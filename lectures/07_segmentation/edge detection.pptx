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2"/>
  </p:notesMasterIdLst>
  <p:sldIdLst>
    <p:sldId id="256" r:id="rId2"/>
    <p:sldId id="329" r:id="rId3"/>
    <p:sldId id="258" r:id="rId4"/>
    <p:sldId id="259" r:id="rId5"/>
    <p:sldId id="328" r:id="rId6"/>
    <p:sldId id="261" r:id="rId7"/>
    <p:sldId id="263" r:id="rId8"/>
    <p:sldId id="264" r:id="rId9"/>
    <p:sldId id="265" r:id="rId10"/>
    <p:sldId id="266" r:id="rId11"/>
    <p:sldId id="262" r:id="rId12"/>
    <p:sldId id="267" r:id="rId13"/>
    <p:sldId id="268" r:id="rId14"/>
    <p:sldId id="282" r:id="rId15"/>
    <p:sldId id="269" r:id="rId16"/>
    <p:sldId id="271" r:id="rId17"/>
    <p:sldId id="287" r:id="rId18"/>
    <p:sldId id="272" r:id="rId19"/>
    <p:sldId id="273" r:id="rId20"/>
    <p:sldId id="274" r:id="rId21"/>
    <p:sldId id="276" r:id="rId22"/>
    <p:sldId id="275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84" r:id="rId60"/>
    <p:sldId id="317" r:id="rId61"/>
    <p:sldId id="326" r:id="rId62"/>
    <p:sldId id="318" r:id="rId63"/>
    <p:sldId id="327" r:id="rId64"/>
    <p:sldId id="319" r:id="rId65"/>
    <p:sldId id="320" r:id="rId66"/>
    <p:sldId id="321" r:id="rId67"/>
    <p:sldId id="386" r:id="rId68"/>
    <p:sldId id="367" r:id="rId69"/>
    <p:sldId id="306" r:id="rId70"/>
    <p:sldId id="368" r:id="rId71"/>
    <p:sldId id="387" r:id="rId72"/>
    <p:sldId id="369" r:id="rId73"/>
    <p:sldId id="388" r:id="rId74"/>
    <p:sldId id="316" r:id="rId75"/>
    <p:sldId id="389" r:id="rId76"/>
    <p:sldId id="390" r:id="rId77"/>
    <p:sldId id="322" r:id="rId78"/>
    <p:sldId id="323" r:id="rId79"/>
    <p:sldId id="324" r:id="rId80"/>
    <p:sldId id="325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3E20D5-913C-441A-A496-CDA77C4A0025}" type="doc">
      <dgm:prSet loTypeId="urn:microsoft.com/office/officeart/2005/8/layout/vList3" loCatId="list" qsTypeId="urn:microsoft.com/office/officeart/2005/8/quickstyle/3d2" qsCatId="3D" csTypeId="urn:microsoft.com/office/officeart/2005/8/colors/accent1_2" csCatId="accent1" phldr="1"/>
      <dgm:spPr/>
    </dgm:pt>
    <dgm:pt modelId="{AA908FF4-C5FB-4950-A26C-ABD2BB36FB30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what are edges </a:t>
          </a:r>
        </a:p>
      </dgm:t>
    </dgm:pt>
    <dgm:pt modelId="{6624B121-E0DF-41E7-AFF9-253A420472C9}" type="parTrans" cxnId="{AAF9688D-73C7-4AA1-A754-71B40326DC6B}">
      <dgm:prSet/>
      <dgm:spPr/>
      <dgm:t>
        <a:bodyPr/>
        <a:lstStyle/>
        <a:p>
          <a:endParaRPr lang="en-US"/>
        </a:p>
      </dgm:t>
    </dgm:pt>
    <dgm:pt modelId="{1F014B22-20CC-4295-A7AB-522F4FE94823}" type="sibTrans" cxnId="{AAF9688D-73C7-4AA1-A754-71B40326DC6B}">
      <dgm:prSet/>
      <dgm:spPr/>
      <dgm:t>
        <a:bodyPr/>
        <a:lstStyle/>
        <a:p>
          <a:endParaRPr lang="en-US"/>
        </a:p>
      </dgm:t>
    </dgm:pt>
    <dgm:pt modelId="{CB1BCD06-58BC-4C5C-B095-CBBB77450EC2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Sobel operator for gradient extraction</a:t>
          </a:r>
        </a:p>
      </dgm:t>
    </dgm:pt>
    <dgm:pt modelId="{DE0FBB9E-0DC9-41A6-BA20-5932F19EE937}" type="parTrans" cxnId="{62CCDD4B-E4EF-49D1-BE64-D8A186DEE9DA}">
      <dgm:prSet/>
      <dgm:spPr/>
      <dgm:t>
        <a:bodyPr/>
        <a:lstStyle/>
        <a:p>
          <a:endParaRPr lang="en-US"/>
        </a:p>
      </dgm:t>
    </dgm:pt>
    <dgm:pt modelId="{F7164BC6-293A-467E-9BB2-3D4763A6CC80}" type="sibTrans" cxnId="{62CCDD4B-E4EF-49D1-BE64-D8A186DEE9DA}">
      <dgm:prSet/>
      <dgm:spPr/>
      <dgm:t>
        <a:bodyPr/>
        <a:lstStyle/>
        <a:p>
          <a:endParaRPr lang="en-US"/>
        </a:p>
      </dgm:t>
    </dgm:pt>
    <dgm:pt modelId="{51B010D9-0EE3-4DAA-9A46-AB8AF720D63F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Canny edge detection algorithm </a:t>
          </a:r>
        </a:p>
      </dgm:t>
    </dgm:pt>
    <dgm:pt modelId="{297CAF24-760B-43D0-BCCD-E8F5F4649206}" type="parTrans" cxnId="{7D1826E8-EBAB-43EF-9713-1E057F48DDA3}">
      <dgm:prSet/>
      <dgm:spPr/>
      <dgm:t>
        <a:bodyPr/>
        <a:lstStyle/>
        <a:p>
          <a:endParaRPr lang="en-US"/>
        </a:p>
      </dgm:t>
    </dgm:pt>
    <dgm:pt modelId="{A56843C1-6CC5-4349-9AC8-57A6D3AA8A7B}" type="sibTrans" cxnId="{7D1826E8-EBAB-43EF-9713-1E057F48DDA3}">
      <dgm:prSet/>
      <dgm:spPr/>
      <dgm:t>
        <a:bodyPr/>
        <a:lstStyle/>
        <a:p>
          <a:endParaRPr lang="en-US"/>
        </a:p>
      </dgm:t>
    </dgm:pt>
    <dgm:pt modelId="{EA671C42-5369-4B5E-826D-84CB96AA5AE7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Hough transform</a:t>
          </a:r>
        </a:p>
      </dgm:t>
    </dgm:pt>
    <dgm:pt modelId="{6E956CCF-0B28-478C-8EE6-8A37A6AD2D67}" type="parTrans" cxnId="{BC6F5823-D025-47F9-B4C3-EB1B2928535B}">
      <dgm:prSet/>
      <dgm:spPr/>
      <dgm:t>
        <a:bodyPr/>
        <a:lstStyle/>
        <a:p>
          <a:endParaRPr lang="en-US"/>
        </a:p>
      </dgm:t>
    </dgm:pt>
    <dgm:pt modelId="{151DF0FF-447E-4420-9146-883EE7CE18CB}" type="sibTrans" cxnId="{BC6F5823-D025-47F9-B4C3-EB1B2928535B}">
      <dgm:prSet/>
      <dgm:spPr/>
      <dgm:t>
        <a:bodyPr/>
        <a:lstStyle/>
        <a:p>
          <a:endParaRPr lang="en-US"/>
        </a:p>
      </dgm:t>
    </dgm:pt>
    <dgm:pt modelId="{A2C1A748-035E-47A6-A0C5-D47FB5AF91BF}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Hough transform for line and circle detection</a:t>
          </a:r>
        </a:p>
      </dgm:t>
    </dgm:pt>
    <dgm:pt modelId="{41F32EA2-E8BE-40A0-8F74-96C2C40754E6}" type="parTrans" cxnId="{AF36F33F-1880-4115-AC52-2B9EB84AE5CF}">
      <dgm:prSet/>
      <dgm:spPr/>
      <dgm:t>
        <a:bodyPr/>
        <a:lstStyle/>
        <a:p>
          <a:endParaRPr lang="en-US"/>
        </a:p>
      </dgm:t>
    </dgm:pt>
    <dgm:pt modelId="{8EEDF77C-DDFF-4DF5-B473-800A156FDDAC}" type="sibTrans" cxnId="{AF36F33F-1880-4115-AC52-2B9EB84AE5CF}">
      <dgm:prSet/>
      <dgm:spPr/>
      <dgm:t>
        <a:bodyPr/>
        <a:lstStyle/>
        <a:p>
          <a:endParaRPr lang="en-US"/>
        </a:p>
      </dgm:t>
    </dgm:pt>
    <dgm:pt modelId="{9329F744-58AC-4A84-9288-B2DB3626E4F8}" type="pres">
      <dgm:prSet presAssocID="{D03E20D5-913C-441A-A496-CDA77C4A0025}" presName="linearFlow" presStyleCnt="0">
        <dgm:presLayoutVars>
          <dgm:dir/>
          <dgm:resizeHandles val="exact"/>
        </dgm:presLayoutVars>
      </dgm:prSet>
      <dgm:spPr/>
    </dgm:pt>
    <dgm:pt modelId="{DB6A206D-6D9E-4CE5-AB60-AA645943D39C}" type="pres">
      <dgm:prSet presAssocID="{AA908FF4-C5FB-4950-A26C-ABD2BB36FB30}" presName="composite" presStyleCnt="0"/>
      <dgm:spPr/>
    </dgm:pt>
    <dgm:pt modelId="{41A9752E-728A-45C4-A780-827C97CF6117}" type="pres">
      <dgm:prSet presAssocID="{AA908FF4-C5FB-4950-A26C-ABD2BB36FB30}" presName="imgShp" presStyleLbl="fgImgPlace1" presStyleIdx="0" presStyleCnt="5"/>
      <dgm:spPr/>
    </dgm:pt>
    <dgm:pt modelId="{3F0EA943-8459-41F1-8C1D-C8B58F9FB17A}" type="pres">
      <dgm:prSet presAssocID="{AA908FF4-C5FB-4950-A26C-ABD2BB36FB30}" presName="txShp" presStyleLbl="node1" presStyleIdx="0" presStyleCnt="5">
        <dgm:presLayoutVars>
          <dgm:bulletEnabled val="1"/>
        </dgm:presLayoutVars>
      </dgm:prSet>
      <dgm:spPr/>
    </dgm:pt>
    <dgm:pt modelId="{A156292D-23EC-44DE-8AE7-76357273923F}" type="pres">
      <dgm:prSet presAssocID="{1F014B22-20CC-4295-A7AB-522F4FE94823}" presName="spacing" presStyleCnt="0"/>
      <dgm:spPr/>
    </dgm:pt>
    <dgm:pt modelId="{81844633-F730-483F-821C-3A7E6CC37B62}" type="pres">
      <dgm:prSet presAssocID="{CB1BCD06-58BC-4C5C-B095-CBBB77450EC2}" presName="composite" presStyleCnt="0"/>
      <dgm:spPr/>
    </dgm:pt>
    <dgm:pt modelId="{98F6A3D3-0991-42ED-B5C7-85B0DE0E2716}" type="pres">
      <dgm:prSet presAssocID="{CB1BCD06-58BC-4C5C-B095-CBBB77450EC2}" presName="imgShp" presStyleLbl="fgImgPlace1" presStyleIdx="1" presStyleCnt="5"/>
      <dgm:spPr/>
    </dgm:pt>
    <dgm:pt modelId="{593911B7-C3A3-4E66-BD2A-76AF048B9065}" type="pres">
      <dgm:prSet presAssocID="{CB1BCD06-58BC-4C5C-B095-CBBB77450EC2}" presName="txShp" presStyleLbl="node1" presStyleIdx="1" presStyleCnt="5">
        <dgm:presLayoutVars>
          <dgm:bulletEnabled val="1"/>
        </dgm:presLayoutVars>
      </dgm:prSet>
      <dgm:spPr/>
    </dgm:pt>
    <dgm:pt modelId="{1D515755-2127-4034-8360-0BE855FF0089}" type="pres">
      <dgm:prSet presAssocID="{F7164BC6-293A-467E-9BB2-3D4763A6CC80}" presName="spacing" presStyleCnt="0"/>
      <dgm:spPr/>
    </dgm:pt>
    <dgm:pt modelId="{AFCDC23E-3D30-457D-8361-9A08B75B6284}" type="pres">
      <dgm:prSet presAssocID="{51B010D9-0EE3-4DAA-9A46-AB8AF720D63F}" presName="composite" presStyleCnt="0"/>
      <dgm:spPr/>
    </dgm:pt>
    <dgm:pt modelId="{DBD952C2-E670-4C58-8B8F-022E7F638170}" type="pres">
      <dgm:prSet presAssocID="{51B010D9-0EE3-4DAA-9A46-AB8AF720D63F}" presName="imgShp" presStyleLbl="fgImgPlace1" presStyleIdx="2" presStyleCnt="5"/>
      <dgm:spPr/>
    </dgm:pt>
    <dgm:pt modelId="{4400E101-9002-44D0-9F61-F6949C486DB6}" type="pres">
      <dgm:prSet presAssocID="{51B010D9-0EE3-4DAA-9A46-AB8AF720D63F}" presName="txShp" presStyleLbl="node1" presStyleIdx="2" presStyleCnt="5">
        <dgm:presLayoutVars>
          <dgm:bulletEnabled val="1"/>
        </dgm:presLayoutVars>
      </dgm:prSet>
      <dgm:spPr/>
    </dgm:pt>
    <dgm:pt modelId="{72C9536C-1CC5-4E90-880F-272D8CE68622}" type="pres">
      <dgm:prSet presAssocID="{A56843C1-6CC5-4349-9AC8-57A6D3AA8A7B}" presName="spacing" presStyleCnt="0"/>
      <dgm:spPr/>
    </dgm:pt>
    <dgm:pt modelId="{A0EE46E9-F27D-49C2-BB0D-092772CE9144}" type="pres">
      <dgm:prSet presAssocID="{EA671C42-5369-4B5E-826D-84CB96AA5AE7}" presName="composite" presStyleCnt="0"/>
      <dgm:spPr/>
    </dgm:pt>
    <dgm:pt modelId="{76396BB6-7752-4EAC-B710-1DD22D7B43FF}" type="pres">
      <dgm:prSet presAssocID="{EA671C42-5369-4B5E-826D-84CB96AA5AE7}" presName="imgShp" presStyleLbl="fgImgPlace1" presStyleIdx="3" presStyleCnt="5"/>
      <dgm:spPr/>
    </dgm:pt>
    <dgm:pt modelId="{D5E30A8F-1A77-4954-879C-31615F852F53}" type="pres">
      <dgm:prSet presAssocID="{EA671C42-5369-4B5E-826D-84CB96AA5AE7}" presName="txShp" presStyleLbl="node1" presStyleIdx="3" presStyleCnt="5">
        <dgm:presLayoutVars>
          <dgm:bulletEnabled val="1"/>
        </dgm:presLayoutVars>
      </dgm:prSet>
      <dgm:spPr/>
    </dgm:pt>
    <dgm:pt modelId="{8D31B36A-3E8B-4DB8-91D1-F598CE4F72B0}" type="pres">
      <dgm:prSet presAssocID="{151DF0FF-447E-4420-9146-883EE7CE18CB}" presName="spacing" presStyleCnt="0"/>
      <dgm:spPr/>
    </dgm:pt>
    <dgm:pt modelId="{154168F4-76F2-4BD9-804D-F10AC460B3E7}" type="pres">
      <dgm:prSet presAssocID="{A2C1A748-035E-47A6-A0C5-D47FB5AF91BF}" presName="composite" presStyleCnt="0"/>
      <dgm:spPr/>
    </dgm:pt>
    <dgm:pt modelId="{7DFD7DB5-9A94-4A76-A61F-4A6B8FE15533}" type="pres">
      <dgm:prSet presAssocID="{A2C1A748-035E-47A6-A0C5-D47FB5AF91BF}" presName="imgShp" presStyleLbl="fgImgPlace1" presStyleIdx="4" presStyleCnt="5"/>
      <dgm:spPr/>
    </dgm:pt>
    <dgm:pt modelId="{5D6D84F3-10BD-4EFE-9549-11514044EFCE}" type="pres">
      <dgm:prSet presAssocID="{A2C1A748-035E-47A6-A0C5-D47FB5AF91BF}" presName="txShp" presStyleLbl="node1" presStyleIdx="4" presStyleCnt="5">
        <dgm:presLayoutVars>
          <dgm:bulletEnabled val="1"/>
        </dgm:presLayoutVars>
      </dgm:prSet>
      <dgm:spPr/>
    </dgm:pt>
  </dgm:ptLst>
  <dgm:cxnLst>
    <dgm:cxn modelId="{F3002B22-B456-468F-9CAD-8F4D6D7F1060}" type="presOf" srcId="{D03E20D5-913C-441A-A496-CDA77C4A0025}" destId="{9329F744-58AC-4A84-9288-B2DB3626E4F8}" srcOrd="0" destOrd="0" presId="urn:microsoft.com/office/officeart/2005/8/layout/vList3"/>
    <dgm:cxn modelId="{BC6F5823-D025-47F9-B4C3-EB1B2928535B}" srcId="{D03E20D5-913C-441A-A496-CDA77C4A0025}" destId="{EA671C42-5369-4B5E-826D-84CB96AA5AE7}" srcOrd="3" destOrd="0" parTransId="{6E956CCF-0B28-478C-8EE6-8A37A6AD2D67}" sibTransId="{151DF0FF-447E-4420-9146-883EE7CE18CB}"/>
    <dgm:cxn modelId="{DD805126-4A61-463C-ACF7-5C7D04BC1681}" type="presOf" srcId="{AA908FF4-C5FB-4950-A26C-ABD2BB36FB30}" destId="{3F0EA943-8459-41F1-8C1D-C8B58F9FB17A}" srcOrd="0" destOrd="0" presId="urn:microsoft.com/office/officeart/2005/8/layout/vList3"/>
    <dgm:cxn modelId="{AF36F33F-1880-4115-AC52-2B9EB84AE5CF}" srcId="{D03E20D5-913C-441A-A496-CDA77C4A0025}" destId="{A2C1A748-035E-47A6-A0C5-D47FB5AF91BF}" srcOrd="4" destOrd="0" parTransId="{41F32EA2-E8BE-40A0-8F74-96C2C40754E6}" sibTransId="{8EEDF77C-DDFF-4DF5-B473-800A156FDDAC}"/>
    <dgm:cxn modelId="{62CCDD4B-E4EF-49D1-BE64-D8A186DEE9DA}" srcId="{D03E20D5-913C-441A-A496-CDA77C4A0025}" destId="{CB1BCD06-58BC-4C5C-B095-CBBB77450EC2}" srcOrd="1" destOrd="0" parTransId="{DE0FBB9E-0DC9-41A6-BA20-5932F19EE937}" sibTransId="{F7164BC6-293A-467E-9BB2-3D4763A6CC80}"/>
    <dgm:cxn modelId="{EF86BF70-DA71-4036-BF75-95853BB45381}" type="presOf" srcId="{51B010D9-0EE3-4DAA-9A46-AB8AF720D63F}" destId="{4400E101-9002-44D0-9F61-F6949C486DB6}" srcOrd="0" destOrd="0" presId="urn:microsoft.com/office/officeart/2005/8/layout/vList3"/>
    <dgm:cxn modelId="{2994E87A-F7B6-4A23-9D24-6C463EF38E05}" type="presOf" srcId="{A2C1A748-035E-47A6-A0C5-D47FB5AF91BF}" destId="{5D6D84F3-10BD-4EFE-9549-11514044EFCE}" srcOrd="0" destOrd="0" presId="urn:microsoft.com/office/officeart/2005/8/layout/vList3"/>
    <dgm:cxn modelId="{AAF9688D-73C7-4AA1-A754-71B40326DC6B}" srcId="{D03E20D5-913C-441A-A496-CDA77C4A0025}" destId="{AA908FF4-C5FB-4950-A26C-ABD2BB36FB30}" srcOrd="0" destOrd="0" parTransId="{6624B121-E0DF-41E7-AFF9-253A420472C9}" sibTransId="{1F014B22-20CC-4295-A7AB-522F4FE94823}"/>
    <dgm:cxn modelId="{2C65EFB7-F4A5-41DC-B90D-F7929506EE64}" type="presOf" srcId="{EA671C42-5369-4B5E-826D-84CB96AA5AE7}" destId="{D5E30A8F-1A77-4954-879C-31615F852F53}" srcOrd="0" destOrd="0" presId="urn:microsoft.com/office/officeart/2005/8/layout/vList3"/>
    <dgm:cxn modelId="{7D1826E8-EBAB-43EF-9713-1E057F48DDA3}" srcId="{D03E20D5-913C-441A-A496-CDA77C4A0025}" destId="{51B010D9-0EE3-4DAA-9A46-AB8AF720D63F}" srcOrd="2" destOrd="0" parTransId="{297CAF24-760B-43D0-BCCD-E8F5F4649206}" sibTransId="{A56843C1-6CC5-4349-9AC8-57A6D3AA8A7B}"/>
    <dgm:cxn modelId="{98DFAAFC-5BA7-4ADE-818F-3B8C997E58B5}" type="presOf" srcId="{CB1BCD06-58BC-4C5C-B095-CBBB77450EC2}" destId="{593911B7-C3A3-4E66-BD2A-76AF048B9065}" srcOrd="0" destOrd="0" presId="urn:microsoft.com/office/officeart/2005/8/layout/vList3"/>
    <dgm:cxn modelId="{12F59C14-A7DB-4346-ACF1-45FDF79FABA6}" type="presParOf" srcId="{9329F744-58AC-4A84-9288-B2DB3626E4F8}" destId="{DB6A206D-6D9E-4CE5-AB60-AA645943D39C}" srcOrd="0" destOrd="0" presId="urn:microsoft.com/office/officeart/2005/8/layout/vList3"/>
    <dgm:cxn modelId="{A5FBFDB0-A5E4-46A2-94F7-B2639A5E1A7C}" type="presParOf" srcId="{DB6A206D-6D9E-4CE5-AB60-AA645943D39C}" destId="{41A9752E-728A-45C4-A780-827C97CF6117}" srcOrd="0" destOrd="0" presId="urn:microsoft.com/office/officeart/2005/8/layout/vList3"/>
    <dgm:cxn modelId="{8FCB1CF5-CCA5-40A9-A66F-A07FCB1BFD91}" type="presParOf" srcId="{DB6A206D-6D9E-4CE5-AB60-AA645943D39C}" destId="{3F0EA943-8459-41F1-8C1D-C8B58F9FB17A}" srcOrd="1" destOrd="0" presId="urn:microsoft.com/office/officeart/2005/8/layout/vList3"/>
    <dgm:cxn modelId="{145A7592-87C2-40B8-9A03-C939CC4D03E0}" type="presParOf" srcId="{9329F744-58AC-4A84-9288-B2DB3626E4F8}" destId="{A156292D-23EC-44DE-8AE7-76357273923F}" srcOrd="1" destOrd="0" presId="urn:microsoft.com/office/officeart/2005/8/layout/vList3"/>
    <dgm:cxn modelId="{EA97BA00-9CD0-4D99-98FF-9E4A9F1657FB}" type="presParOf" srcId="{9329F744-58AC-4A84-9288-B2DB3626E4F8}" destId="{81844633-F730-483F-821C-3A7E6CC37B62}" srcOrd="2" destOrd="0" presId="urn:microsoft.com/office/officeart/2005/8/layout/vList3"/>
    <dgm:cxn modelId="{C0F02D63-9AED-4C77-B66B-2AC038C0ECD5}" type="presParOf" srcId="{81844633-F730-483F-821C-3A7E6CC37B62}" destId="{98F6A3D3-0991-42ED-B5C7-85B0DE0E2716}" srcOrd="0" destOrd="0" presId="urn:microsoft.com/office/officeart/2005/8/layout/vList3"/>
    <dgm:cxn modelId="{602455B0-2E9A-46CD-935E-68749B100486}" type="presParOf" srcId="{81844633-F730-483F-821C-3A7E6CC37B62}" destId="{593911B7-C3A3-4E66-BD2A-76AF048B9065}" srcOrd="1" destOrd="0" presId="urn:microsoft.com/office/officeart/2005/8/layout/vList3"/>
    <dgm:cxn modelId="{A5878BB9-B560-46D6-BD14-6A75BF8B9359}" type="presParOf" srcId="{9329F744-58AC-4A84-9288-B2DB3626E4F8}" destId="{1D515755-2127-4034-8360-0BE855FF0089}" srcOrd="3" destOrd="0" presId="urn:microsoft.com/office/officeart/2005/8/layout/vList3"/>
    <dgm:cxn modelId="{C33E2068-B746-44F9-A386-9914A08464EB}" type="presParOf" srcId="{9329F744-58AC-4A84-9288-B2DB3626E4F8}" destId="{AFCDC23E-3D30-457D-8361-9A08B75B6284}" srcOrd="4" destOrd="0" presId="urn:microsoft.com/office/officeart/2005/8/layout/vList3"/>
    <dgm:cxn modelId="{C6EDAC95-7D6C-4878-A8AE-791D8E610AAE}" type="presParOf" srcId="{AFCDC23E-3D30-457D-8361-9A08B75B6284}" destId="{DBD952C2-E670-4C58-8B8F-022E7F638170}" srcOrd="0" destOrd="0" presId="urn:microsoft.com/office/officeart/2005/8/layout/vList3"/>
    <dgm:cxn modelId="{8AA67D51-D735-48C2-A82F-548FD522EE39}" type="presParOf" srcId="{AFCDC23E-3D30-457D-8361-9A08B75B6284}" destId="{4400E101-9002-44D0-9F61-F6949C486DB6}" srcOrd="1" destOrd="0" presId="urn:microsoft.com/office/officeart/2005/8/layout/vList3"/>
    <dgm:cxn modelId="{9BE79CAB-09D3-475C-9218-1CEAFD4EF65D}" type="presParOf" srcId="{9329F744-58AC-4A84-9288-B2DB3626E4F8}" destId="{72C9536C-1CC5-4E90-880F-272D8CE68622}" srcOrd="5" destOrd="0" presId="urn:microsoft.com/office/officeart/2005/8/layout/vList3"/>
    <dgm:cxn modelId="{2C064F6F-58CD-4537-BEF2-CF1A4E514786}" type="presParOf" srcId="{9329F744-58AC-4A84-9288-B2DB3626E4F8}" destId="{A0EE46E9-F27D-49C2-BB0D-092772CE9144}" srcOrd="6" destOrd="0" presId="urn:microsoft.com/office/officeart/2005/8/layout/vList3"/>
    <dgm:cxn modelId="{737A17D9-A86C-4C4F-B2BA-A6FB73875E6A}" type="presParOf" srcId="{A0EE46E9-F27D-49C2-BB0D-092772CE9144}" destId="{76396BB6-7752-4EAC-B710-1DD22D7B43FF}" srcOrd="0" destOrd="0" presId="urn:microsoft.com/office/officeart/2005/8/layout/vList3"/>
    <dgm:cxn modelId="{624FD421-1773-4FA8-9CDD-5DF9EB39C477}" type="presParOf" srcId="{A0EE46E9-F27D-49C2-BB0D-092772CE9144}" destId="{D5E30A8F-1A77-4954-879C-31615F852F53}" srcOrd="1" destOrd="0" presId="urn:microsoft.com/office/officeart/2005/8/layout/vList3"/>
    <dgm:cxn modelId="{0E741626-FC7D-4DBB-A7CE-DFD775D07178}" type="presParOf" srcId="{9329F744-58AC-4A84-9288-B2DB3626E4F8}" destId="{8D31B36A-3E8B-4DB8-91D1-F598CE4F72B0}" srcOrd="7" destOrd="0" presId="urn:microsoft.com/office/officeart/2005/8/layout/vList3"/>
    <dgm:cxn modelId="{31300C82-946D-4284-8DBD-F06BB360C003}" type="presParOf" srcId="{9329F744-58AC-4A84-9288-B2DB3626E4F8}" destId="{154168F4-76F2-4BD9-804D-F10AC460B3E7}" srcOrd="8" destOrd="0" presId="urn:microsoft.com/office/officeart/2005/8/layout/vList3"/>
    <dgm:cxn modelId="{D695A958-F4C2-4917-A9F0-2250CCAC6ED4}" type="presParOf" srcId="{154168F4-76F2-4BD9-804D-F10AC460B3E7}" destId="{7DFD7DB5-9A94-4A76-A61F-4A6B8FE15533}" srcOrd="0" destOrd="0" presId="urn:microsoft.com/office/officeart/2005/8/layout/vList3"/>
    <dgm:cxn modelId="{6E395C9A-AA1B-44F5-AE50-7AEBE144A9A2}" type="presParOf" srcId="{154168F4-76F2-4BD9-804D-F10AC460B3E7}" destId="{5D6D84F3-10BD-4EFE-9549-11514044EFC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604208-3BA1-4AC6-8415-9B47DA9DB56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185F302-E4F2-471D-AF1D-3B845FDBEE73}">
      <dgm:prSet phldrT="[Text]" custT="1"/>
      <dgm:spPr/>
      <dgm:t>
        <a:bodyPr/>
        <a:lstStyle/>
        <a:p>
          <a:r>
            <a:rPr lang="en-US" sz="2000" dirty="0"/>
            <a:t>1) Convolve the image with a Gaussian mask to smooth it</a:t>
          </a:r>
        </a:p>
      </dgm:t>
    </dgm:pt>
    <dgm:pt modelId="{48117DDA-2F2E-4B50-91C9-EAED167F5B69}" type="parTrans" cxnId="{BB92ACC9-CB00-4174-953E-03670F5AAEE5}">
      <dgm:prSet/>
      <dgm:spPr/>
      <dgm:t>
        <a:bodyPr/>
        <a:lstStyle/>
        <a:p>
          <a:endParaRPr lang="en-US"/>
        </a:p>
      </dgm:t>
    </dgm:pt>
    <dgm:pt modelId="{A6A47F9F-267E-4283-9B00-A6E36F335AEB}" type="sibTrans" cxnId="{BB92ACC9-CB00-4174-953E-03670F5AAEE5}">
      <dgm:prSet/>
      <dgm:spPr/>
      <dgm:t>
        <a:bodyPr/>
        <a:lstStyle/>
        <a:p>
          <a:endParaRPr lang="en-US"/>
        </a:p>
      </dgm:t>
    </dgm:pt>
    <dgm:pt modelId="{F8C79B48-C6A2-44F3-924D-9E9D2E7C9DBC}">
      <dgm:prSet phldrT="[Text]" custT="1"/>
      <dgm:spPr/>
      <dgm:t>
        <a:bodyPr/>
        <a:lstStyle/>
        <a:p>
          <a:r>
            <a:rPr lang="en-US" sz="2000" dirty="0"/>
            <a:t>2) Calculate derivatives of the smoothed image</a:t>
          </a:r>
        </a:p>
      </dgm:t>
    </dgm:pt>
    <dgm:pt modelId="{ACA787F4-C0C4-4DDD-9129-4AC707B503CE}" type="parTrans" cxnId="{4788CE35-D0CC-4BA6-95C2-A3633391E2F0}">
      <dgm:prSet/>
      <dgm:spPr/>
      <dgm:t>
        <a:bodyPr/>
        <a:lstStyle/>
        <a:p>
          <a:endParaRPr lang="en-US"/>
        </a:p>
      </dgm:t>
    </dgm:pt>
    <dgm:pt modelId="{491CE0A4-D2F7-4D58-90DD-3CBAAD49824B}" type="sibTrans" cxnId="{4788CE35-D0CC-4BA6-95C2-A3633391E2F0}">
      <dgm:prSet/>
      <dgm:spPr/>
      <dgm:t>
        <a:bodyPr/>
        <a:lstStyle/>
        <a:p>
          <a:endParaRPr lang="en-US"/>
        </a:p>
      </dgm:t>
    </dgm:pt>
    <dgm:pt modelId="{1AB11C83-D4D2-48B2-9460-3170542B0B55}" type="pres">
      <dgm:prSet presAssocID="{A0604208-3BA1-4AC6-8415-9B47DA9DB569}" presName="Name0" presStyleCnt="0">
        <dgm:presLayoutVars>
          <dgm:dir/>
          <dgm:resizeHandles val="exact"/>
        </dgm:presLayoutVars>
      </dgm:prSet>
      <dgm:spPr/>
    </dgm:pt>
    <dgm:pt modelId="{FDFBBDAA-E990-4043-89B0-2FCE07ABBBAB}" type="pres">
      <dgm:prSet presAssocID="{F185F302-E4F2-471D-AF1D-3B845FDBEE73}" presName="node" presStyleLbl="node1" presStyleIdx="0" presStyleCnt="2" custScaleY="37759" custLinFactNeighborY="-96359">
        <dgm:presLayoutVars>
          <dgm:bulletEnabled val="1"/>
        </dgm:presLayoutVars>
      </dgm:prSet>
      <dgm:spPr/>
    </dgm:pt>
    <dgm:pt modelId="{EC3EDA91-F981-4780-9B5F-D24B3B2C2A7A}" type="pres">
      <dgm:prSet presAssocID="{A6A47F9F-267E-4283-9B00-A6E36F335AEB}" presName="sibTrans" presStyleLbl="sibTrans2D1" presStyleIdx="0" presStyleCnt="1"/>
      <dgm:spPr/>
    </dgm:pt>
    <dgm:pt modelId="{9B7E0BCC-B382-4DEF-B736-02B61FC33AFC}" type="pres">
      <dgm:prSet presAssocID="{A6A47F9F-267E-4283-9B00-A6E36F335AEB}" presName="connectorText" presStyleLbl="sibTrans2D1" presStyleIdx="0" presStyleCnt="1"/>
      <dgm:spPr/>
    </dgm:pt>
    <dgm:pt modelId="{E7031383-97C9-4139-B353-02B08A36F9A9}" type="pres">
      <dgm:prSet presAssocID="{F8C79B48-C6A2-44F3-924D-9E9D2E7C9DBC}" presName="node" presStyleLbl="node1" presStyleIdx="1" presStyleCnt="2" custScaleY="41652" custLinFactNeighborY="-96359">
        <dgm:presLayoutVars>
          <dgm:bulletEnabled val="1"/>
        </dgm:presLayoutVars>
      </dgm:prSet>
      <dgm:spPr/>
    </dgm:pt>
  </dgm:ptLst>
  <dgm:cxnLst>
    <dgm:cxn modelId="{521A231C-D5D2-4145-ACE7-520AC2B240D7}" type="presOf" srcId="{F8C79B48-C6A2-44F3-924D-9E9D2E7C9DBC}" destId="{E7031383-97C9-4139-B353-02B08A36F9A9}" srcOrd="0" destOrd="0" presId="urn:microsoft.com/office/officeart/2005/8/layout/process1"/>
    <dgm:cxn modelId="{D13E5829-8562-4016-A12D-2FDEE6B0F80D}" type="presOf" srcId="{A0604208-3BA1-4AC6-8415-9B47DA9DB569}" destId="{1AB11C83-D4D2-48B2-9460-3170542B0B55}" srcOrd="0" destOrd="0" presId="urn:microsoft.com/office/officeart/2005/8/layout/process1"/>
    <dgm:cxn modelId="{4788CE35-D0CC-4BA6-95C2-A3633391E2F0}" srcId="{A0604208-3BA1-4AC6-8415-9B47DA9DB569}" destId="{F8C79B48-C6A2-44F3-924D-9E9D2E7C9DBC}" srcOrd="1" destOrd="0" parTransId="{ACA787F4-C0C4-4DDD-9129-4AC707B503CE}" sibTransId="{491CE0A4-D2F7-4D58-90DD-3CBAAD49824B}"/>
    <dgm:cxn modelId="{E0ACC674-2F26-4482-A9F9-8CCBB3DD872E}" type="presOf" srcId="{F185F302-E4F2-471D-AF1D-3B845FDBEE73}" destId="{FDFBBDAA-E990-4043-89B0-2FCE07ABBBAB}" srcOrd="0" destOrd="0" presId="urn:microsoft.com/office/officeart/2005/8/layout/process1"/>
    <dgm:cxn modelId="{BB92ACC9-CB00-4174-953E-03670F5AAEE5}" srcId="{A0604208-3BA1-4AC6-8415-9B47DA9DB569}" destId="{F185F302-E4F2-471D-AF1D-3B845FDBEE73}" srcOrd="0" destOrd="0" parTransId="{48117DDA-2F2E-4B50-91C9-EAED167F5B69}" sibTransId="{A6A47F9F-267E-4283-9B00-A6E36F335AEB}"/>
    <dgm:cxn modelId="{914C10DB-95AC-48F8-91E8-44C3F5635F17}" type="presOf" srcId="{A6A47F9F-267E-4283-9B00-A6E36F335AEB}" destId="{9B7E0BCC-B382-4DEF-B736-02B61FC33AFC}" srcOrd="1" destOrd="0" presId="urn:microsoft.com/office/officeart/2005/8/layout/process1"/>
    <dgm:cxn modelId="{790444EC-DD1F-429D-A9DC-D537AEB209C2}" type="presOf" srcId="{A6A47F9F-267E-4283-9B00-A6E36F335AEB}" destId="{EC3EDA91-F981-4780-9B5F-D24B3B2C2A7A}" srcOrd="0" destOrd="0" presId="urn:microsoft.com/office/officeart/2005/8/layout/process1"/>
    <dgm:cxn modelId="{EA96B688-5077-4106-AC88-220CCFD0D77E}" type="presParOf" srcId="{1AB11C83-D4D2-48B2-9460-3170542B0B55}" destId="{FDFBBDAA-E990-4043-89B0-2FCE07ABBBAB}" srcOrd="0" destOrd="0" presId="urn:microsoft.com/office/officeart/2005/8/layout/process1"/>
    <dgm:cxn modelId="{35B8B601-2419-45DD-ADCB-18E57DDC063B}" type="presParOf" srcId="{1AB11C83-D4D2-48B2-9460-3170542B0B55}" destId="{EC3EDA91-F981-4780-9B5F-D24B3B2C2A7A}" srcOrd="1" destOrd="0" presId="urn:microsoft.com/office/officeart/2005/8/layout/process1"/>
    <dgm:cxn modelId="{DA7B72B3-5233-49CC-859B-EC286DCC89AA}" type="presParOf" srcId="{EC3EDA91-F981-4780-9B5F-D24B3B2C2A7A}" destId="{9B7E0BCC-B382-4DEF-B736-02B61FC33AFC}" srcOrd="0" destOrd="0" presId="urn:microsoft.com/office/officeart/2005/8/layout/process1"/>
    <dgm:cxn modelId="{4A13BFD4-623C-4834-82CF-DDD1DAA11D7A}" type="presParOf" srcId="{1AB11C83-D4D2-48B2-9460-3170542B0B55}" destId="{E7031383-97C9-4139-B353-02B08A36F9A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A943-8459-41F1-8C1D-C8B58F9FB17A}">
      <dsp:nvSpPr>
        <dsp:cNvPr id="0" name=""/>
        <dsp:cNvSpPr/>
      </dsp:nvSpPr>
      <dsp:spPr>
        <a:xfrm rot="10800000">
          <a:off x="1496470" y="2205"/>
          <a:ext cx="5244655" cy="701793"/>
        </a:xfrm>
        <a:prstGeom prst="homePlate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947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what are edges </a:t>
          </a:r>
        </a:p>
      </dsp:txBody>
      <dsp:txXfrm rot="10800000">
        <a:off x="1671918" y="2205"/>
        <a:ext cx="5069207" cy="701793"/>
      </dsp:txXfrm>
    </dsp:sp>
    <dsp:sp modelId="{41A9752E-728A-45C4-A780-827C97CF6117}">
      <dsp:nvSpPr>
        <dsp:cNvPr id="0" name=""/>
        <dsp:cNvSpPr/>
      </dsp:nvSpPr>
      <dsp:spPr>
        <a:xfrm>
          <a:off x="1145573" y="2205"/>
          <a:ext cx="701793" cy="7017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911B7-C3A3-4E66-BD2A-76AF048B9065}">
      <dsp:nvSpPr>
        <dsp:cNvPr id="0" name=""/>
        <dsp:cNvSpPr/>
      </dsp:nvSpPr>
      <dsp:spPr>
        <a:xfrm rot="10800000">
          <a:off x="1496470" y="913488"/>
          <a:ext cx="5244655" cy="701793"/>
        </a:xfrm>
        <a:prstGeom prst="homePlate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947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Sobel operator for gradient extraction</a:t>
          </a:r>
        </a:p>
      </dsp:txBody>
      <dsp:txXfrm rot="10800000">
        <a:off x="1671918" y="913488"/>
        <a:ext cx="5069207" cy="701793"/>
      </dsp:txXfrm>
    </dsp:sp>
    <dsp:sp modelId="{98F6A3D3-0991-42ED-B5C7-85B0DE0E2716}">
      <dsp:nvSpPr>
        <dsp:cNvPr id="0" name=""/>
        <dsp:cNvSpPr/>
      </dsp:nvSpPr>
      <dsp:spPr>
        <a:xfrm>
          <a:off x="1145573" y="913488"/>
          <a:ext cx="701793" cy="7017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0E101-9002-44D0-9F61-F6949C486DB6}">
      <dsp:nvSpPr>
        <dsp:cNvPr id="0" name=""/>
        <dsp:cNvSpPr/>
      </dsp:nvSpPr>
      <dsp:spPr>
        <a:xfrm rot="10800000">
          <a:off x="1496470" y="1824772"/>
          <a:ext cx="5244655" cy="701793"/>
        </a:xfrm>
        <a:prstGeom prst="homePlate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947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Canny edge detection algorithm </a:t>
          </a:r>
        </a:p>
      </dsp:txBody>
      <dsp:txXfrm rot="10800000">
        <a:off x="1671918" y="1824772"/>
        <a:ext cx="5069207" cy="701793"/>
      </dsp:txXfrm>
    </dsp:sp>
    <dsp:sp modelId="{DBD952C2-E670-4C58-8B8F-022E7F638170}">
      <dsp:nvSpPr>
        <dsp:cNvPr id="0" name=""/>
        <dsp:cNvSpPr/>
      </dsp:nvSpPr>
      <dsp:spPr>
        <a:xfrm>
          <a:off x="1145573" y="1824772"/>
          <a:ext cx="701793" cy="7017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30A8F-1A77-4954-879C-31615F852F53}">
      <dsp:nvSpPr>
        <dsp:cNvPr id="0" name=""/>
        <dsp:cNvSpPr/>
      </dsp:nvSpPr>
      <dsp:spPr>
        <a:xfrm rot="10800000">
          <a:off x="1496470" y="2736056"/>
          <a:ext cx="5244655" cy="701793"/>
        </a:xfrm>
        <a:prstGeom prst="homePlate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947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Hough transform</a:t>
          </a:r>
        </a:p>
      </dsp:txBody>
      <dsp:txXfrm rot="10800000">
        <a:off x="1671918" y="2736056"/>
        <a:ext cx="5069207" cy="701793"/>
      </dsp:txXfrm>
    </dsp:sp>
    <dsp:sp modelId="{76396BB6-7752-4EAC-B710-1DD22D7B43FF}">
      <dsp:nvSpPr>
        <dsp:cNvPr id="0" name=""/>
        <dsp:cNvSpPr/>
      </dsp:nvSpPr>
      <dsp:spPr>
        <a:xfrm>
          <a:off x="1145573" y="2736056"/>
          <a:ext cx="701793" cy="7017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D84F3-10BD-4EFE-9549-11514044EFCE}">
      <dsp:nvSpPr>
        <dsp:cNvPr id="0" name=""/>
        <dsp:cNvSpPr/>
      </dsp:nvSpPr>
      <dsp:spPr>
        <a:xfrm rot="10800000">
          <a:off x="1496470" y="3647339"/>
          <a:ext cx="5244655" cy="701793"/>
        </a:xfrm>
        <a:prstGeom prst="homePlate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947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Hough transform for line and circle detection</a:t>
          </a:r>
        </a:p>
      </dsp:txBody>
      <dsp:txXfrm rot="10800000">
        <a:off x="1671918" y="3647339"/>
        <a:ext cx="5069207" cy="701793"/>
      </dsp:txXfrm>
    </dsp:sp>
    <dsp:sp modelId="{7DFD7DB5-9A94-4A76-A61F-4A6B8FE15533}">
      <dsp:nvSpPr>
        <dsp:cNvPr id="0" name=""/>
        <dsp:cNvSpPr/>
      </dsp:nvSpPr>
      <dsp:spPr>
        <a:xfrm>
          <a:off x="1145573" y="3647339"/>
          <a:ext cx="701793" cy="7017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BBDAA-E990-4043-89B0-2FCE07ABBBAB}">
      <dsp:nvSpPr>
        <dsp:cNvPr id="0" name=""/>
        <dsp:cNvSpPr/>
      </dsp:nvSpPr>
      <dsp:spPr>
        <a:xfrm>
          <a:off x="1540" y="0"/>
          <a:ext cx="3284841" cy="7790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1) Convolve the image with a Gaussian mask to smooth it</a:t>
          </a:r>
        </a:p>
      </dsp:txBody>
      <dsp:txXfrm>
        <a:off x="24358" y="22818"/>
        <a:ext cx="3239205" cy="733442"/>
      </dsp:txXfrm>
    </dsp:sp>
    <dsp:sp modelId="{EC3EDA91-F981-4780-9B5F-D24B3B2C2A7A}">
      <dsp:nvSpPr>
        <dsp:cNvPr id="0" name=""/>
        <dsp:cNvSpPr/>
      </dsp:nvSpPr>
      <dsp:spPr>
        <a:xfrm rot="30022">
          <a:off x="3614852" y="2471"/>
          <a:ext cx="696412" cy="81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614856" y="164487"/>
        <a:ext cx="487488" cy="488784"/>
      </dsp:txXfrm>
    </dsp:sp>
    <dsp:sp modelId="{E7031383-97C9-4139-B353-02B08A36F9A9}">
      <dsp:nvSpPr>
        <dsp:cNvPr id="0" name=""/>
        <dsp:cNvSpPr/>
      </dsp:nvSpPr>
      <dsp:spPr>
        <a:xfrm>
          <a:off x="4600318" y="0"/>
          <a:ext cx="3284841" cy="859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2) Calculate derivatives of the smoothed image</a:t>
          </a:r>
        </a:p>
      </dsp:txBody>
      <dsp:txXfrm>
        <a:off x="4625489" y="25171"/>
        <a:ext cx="3234499" cy="809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0T06:56:11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18803 6826 0,'18'0'94,"-1"0"-78,1 0 15,17 0-31,-17 0 16,0 0-1,-1 0-15,18 18 47,-17-18-31,0 0-1,17 18 1,-17-1-16,17-17 47,-35 18-47,18-18 16,-18 17-1,17-17 1,18 18-16,-17 0 31,35-1-15,-35 1-1,-18 0 1,35-1 0,-17 36-16,-18-35 15,53 52 1,-53-34-1,0-1 1,17 0 0,-17 0-1,18 1-15,-18-19 16,0 36 0,0-17-1,17-19 1,-17 54-1,0-36-15,0 18 16,0 18 0,0-54-1,0 18 1,0 1 0,0-19-1,0 36-15,0-17 16,0-1-1,0 18 1,0 17 0,0-52-1,18 53 1,0-36-16,-1 0 16,1 0-1,17-17 1,-35 35-1,18-53 1,35 141 0,-36-141-16,19 53 15,-1-35 1,-17-18 0,-18 17-1,17 1 1,1-18-1,0 0-15,-1 0 32,1 0-1,-1 0 0,1 0-31,0 0 16,-1 0-1,1 0 1,0 0 0,-1 0 31,1 0-16,-18-18 78,-35 18-62,17 18-31,0-18-1,18 17 1,-17-17 0,-19 36-16,36-19 15,-35 19 1,18 17-1,-1-36 1,18 19-16,-53 16 16,35-34-1,18 0-15,0 35 16,0 17 0,0-35-1,0 18 1,0 18-1,0-36 1,0-17-16,0 70 16,0-35-1,0 53 1,0-53 0,0-36-1,0 19-15,0 17 16,18-1-1,-18 37 1,18-54 0,-18-17-1,0-1 1,0 36-16,0-18 16,0 1-1,35-1 1,-35-17 31,0 17-32,0 0 1,0-17-16,0-1 31,0 1-31,0 0 16,0-1-1,-18 1 32,-17-18-31,17 35 0,-17-17-1,17-18 1,1 0-1,-1 0 1,1 0 0,-1 0-1,0 0 1,1 18 0,-1-18-16,-17 0 15,-18 0 1,35 0-16,-17 0 15,17 0 95</inkml:trace>
  <inkml:trace contextRef="#ctx0" brushRef="#br0" timeOffset="3681.32">20443 8202 0,'-17'0'156,"-1"0"-47,1 0-77,-1 0 30,0 18-15,1-1 31,17 1 0,0 0-62,0-1 0,0 1-1,0 17 1,0-17-1,0-1 1,0 1 15,0 0-31,0-1 16,17 1 0,-17 0-1,18-1-15,17 1 31,0-18-31,-17 18 16,-18-1 0,35-17-1,-17 0-15,0 0 47,-1 0-16</inkml:trace>
  <inkml:trace contextRef="#ctx0" brushRef="#br0" timeOffset="5297.52">20814 8202 0,'-18'0'31,"1"0"0,-1 0 0,0 0 32,1 0-32,-1 0-15,0 0 15,18 18-31,-17-18 31,-1 0 16,1 17-31,-1-17-1,-17 36 17,35-19 15,0 1-32,0 0 1,0-1 15,0 1-15,0-1-16,17-17 15,1 18 1,0-18 0,-1 18-1,1-1-15,-1-17 31,1 0-31,0 0 94,-1 0-63,1 0 48,0-17-64,-1 17-15,1 0 16,-18-18-1,18 18 17,-18-18-32,0 1 31,0-1 47,0 1-47,0-19 1,0 19-17,0-19-15,-18 19 110</inkml:trace>
  <inkml:trace contextRef="#ctx0" brushRef="#br0" timeOffset="6936.88">20920 8132 0,'35'17'109,"-17"-17"-109,-18 18 16,17-18-16,1 17 16,0 1 15,-1 0-16,1-1 1,-1-17 0,-17 18-1,18-18 1,0 18 46,-1-1-15,-17 1-31,0 0 0,18-18 62,-18 17-63,35 1 17,-35-53 155,0-18-187,18 0 16,0 0-16,-1 0 15,-17 0 1,0 18 0,0 17-16,18-17 62</inkml:trace>
  <inkml:trace contextRef="#ctx0" brushRef="#br0" timeOffset="9081.43">21396 8132 0,'18'0'141,"-1"0"-141,1 0 15,0 0 1,-1 0-1,1 0 32,-1 0 31,1 0-62,0 0 0,-1-36 15,-17 19-15,0-19-16,36 19 15,-36-1 1,0 0-1,0 1 17,0-1-17,0 1-15,0-1 16,0-17 0,-18 35 15,18-18-31,-18 0 15,1 18 1,-19 0 15,19 0 1,-1 0-17,1 0 1,-1 0-1,0 0 17,1 0 15,-1 0-16,18 18-16,0 0 17,0-1-17,0 1 17,0 17-32,0-17 15,0-1 1,0 1-1,0 0 1,0-1 0,0 1-16,0 0 31,0 17-15,18 0-1,-18-17 1,17-1-1,-17 1 17,18-18-17,0 18 1,-1-1 15,1-17-15,-18 18-16,17-18 31,1 0-15,0 0-1,-1 0 79,1 0-94,0 0 63,-1 0 30,19 0-93,-36-18 16,17 18 0,1 0 46,-1-17-46</inkml:trace>
  <inkml:trace contextRef="#ctx0" brushRef="#br0" timeOffset="10569.64">21749 7832 0,'-18'0'78,"18"17"-62,18 19-1,-18-19-15,17 54 16,1-36 0,0 18-16,-1-35 15,-17-1-15,18-17 16,-18 18 46,18-18-46,-18-18 234,0 1-250,0-19 16,0 19-16,0-19 15,17-34 1,-17 52-1,0-17-15,18 0 16,-18 17 0,35-17-1,-35 17 1,18 18 0,-1-18-1</inkml:trace>
  <inkml:trace contextRef="#ctx0" brushRef="#br0" timeOffset="13170.19">22154 7902 0,'0'-17'94,"18"17"-79,0 0 1,-1 0-16,1 0 47,0 0-47,-1-18 15,1 0 1,17-17-16,-17 17 16,17 1-1,-35-1 1,0 0 0,0 1-1,0-1 1,0 1-16,0-1 15,0 0 48,-35 18-32,17 0-15,-17 0-1,17 0 1,-17 0 15,17 0-15,1 18 0,17 0-1,-18-18 1,0 17-1,18 1 17,-17-18-17,17 35 1,0-17 0,0-1-1,0 1 1,0 0-1,0 17 1,0-17 0,17-1-1,1 1 1,0 0 0,-1-18 15,1 17 0,0-17 0,-1 0-15,1 18 0,0-18 77,-1 0-61,1 0 14,-1 0-30,1 0 0,0 0-1,-1 0 1,1 0 15,0 0 63,-1 0 0</inkml:trace>
  <inkml:trace contextRef="#ctx0" brushRef="#br0" timeOffset="15297.94">22772 7620 0,'-18'0'16,"1"0"31,-1 0-32,-17-18-15,17 1 32,0 17-32,1 0 15,-1-18 1,0 18 0,1 0-1,-1 0 1,0 0 15,1 0-15,-1 0-1,1 0 1,-1 0 0,0 35 15,18-17 0,0 17-15,-17-17-1,17 17 17,0-17-17,0 17 16,0-17-15,0-1-16,0 1 31,17 0-15,1-18 0,0 17 15,-1 1-16,1-18 1,-1 0 47,1 0-48,0 0 1,-1 0 15,1-18-15,0 18-1,-18-17 1,17-19 0,19-17-1,-19 1 1,-17 34-16,18-35 15,17-35 1,-35 70 0,18-88-1,-1 36 1,-17 52 0,0-70-16,0 17 15,0 54 1,0-36-1,0-18 1,-17 18 0,17-17-1,-18-36-15,18 88 16,-17-35 0,-19 1-1,19 34 1,17 0-1,-36 36 48,1 0-47,17 17-1,1 0-15,-1 71 16,-52 70-1,70-105 1,-18 70 0,18-35-1,0-89 1,0 72-16,0-19 16,18-17-1,-1-53 1,1 35-1,-18-17 1,17-18 0,1 0 31,17 0-47,-35 18 15,18-1 1,17 19-16,1-1 15,17 18 1,35 0 0,-71-18-1,19-35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0T07:09:36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13796 5556 0,'0'-17'172,"-15"17"-141,1 0-15,-1-18 15,0 18 0,0-18-31,0 18 78,0-17-62,1-1 15,-1 18 0,0 0-15,15-18 0,-30 18-16,30-17 15,-29-1 1,-1 1 0,-15-1-16,-14-53 15,14 54 1,-58-54-1,58 36 1,15 35 0,-14-18-1,14 18-15,15 0 16,-29 0 0,-15-17-1,-1 17 1,-44 0-1,-29 0 1,88 0-16,-59 0 16,-44 0-1,89 0 1,-105 0 0,1 0-1,119 0 1,-60 0-16,0 0 15,59 0 1,-14 0 0,-15 0-1,29 17 1,16 1 0,-1-1-16,0 1 15,-44 17 1,0-17-1,29-18 1,1 35 0,-30-17-16,29 17 15,1 1 1,-60 16 0,44-34-1,-43 53 1,28-18-1,16-18-15,0 35 16,-1 1 0,31-36-1,-31 0 1,1 18 0,29-17-1,-14-19-15,14 19 16,15-19-1,0 18 1,1-17 0,-1 0-1,-15 17 1,15-17 0,0-1-1,1 1 1,-1 0-1,0-1 1,0 19 0,-29-1-16,29-18 15</inkml:trace>
  <inkml:trace contextRef="#ctx0" brushRef="#br0" timeOffset="1519.98">10072 5997 0,'15'0'94,"-15"18"-94,0-1 15,0 1-15,0 35 16,0 0-1,15 18 1,-15-54 0,0 18-1,0-17 1,14-18 343,16 0-327,-15 0-17,15 0 16,-16 0-15,1 0 15,0 0-31,0 0 16,15 0 15,-16 0-15,1-18-1,0 18-15,0 0 16,15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0T07:18:45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17515 8819 0,'0'-17'78,"-17"17"125,17 17-187,-18 19-16,-17-19 15,17 19-15,-123 140 16,123-158 0,-105 70-1,52-35 1,19-18-1,-19 36 1,-52-1-16,87-17 16,-17-18-1,-17 18 1,-1-17 0,1-1-1,-54 35 1,89-34-16,-106-1 15,35 18 1,35-18 0,-87 0-1,-19-35 1,89 18 0,-71 0-16,18 35 15,88-53 1,-105 53-1,69-36 1,-17 1 0,54-18-16,-37 17 15,19-17-15,-18 18 0,-36 0 16,-140-1 0,34 1-1,89 35 1,0-53-16,0 0 15,-18 0-15,18 0 16,35 0-16,-158 0 16,87 0-1,124 0 1,-70 18 0,-1-18-1,71 0 1,18 0-16,-18 0 0,0 0 15,0 0-15,18 17 16,-18-17-16,-17 18 16,17-1-16,-53-17 15,-17 0 1,-36 0-16,0 0 0,18 0 16,0 0-16,-36 36 15,-87-19 1,-18 36-1,105 0 1,71-17-16,36-19 16,-71 18-16,105-17 0,1 17 15,17-35 1,-105 71 0,88-36-1,-53 36-15,52-36 16,-34 18-16,-1-18 15,18 0-15,-35 54 16,-18 16 0,71-52-1,-18 0-15,35-35 16,-17 17-16,0 1 16,17-19-1,1 18-15,-19 18 0,36-17 16,-35 34-1,17-17-15,18-18 16,-35 36 0,35-36-1,-18-17-15,18 0 16,0 17-16,-17-35 0,-1 17 16,1 36-1,-19 18 1,19-53-1,17-1-15,0 1 16,0-1 31,0 1-47,-18-18 187</inkml:trace>
  <inkml:trace contextRef="#ctx0" brushRef="#br0" timeOffset="1129.31">8537 11695 0,'53'0'78,"-53"35"-78,18 18 16,17-18-1,0-17-15,-17 17 0,0-35 16,-18 35 0,35 18-16,18 0 15,-36-18 1,1-17 0,0 0 265,17-36-266,18-17-15,0-18 16,-18 18-16,53-36 16,-70 53 46</inkml:trace>
  <inkml:trace contextRef="#ctx0" brushRef="#br0" timeOffset="3744.28">16669 9596 0,'-36'17'110,"19"1"-110,-1-1 15,-17 19-15,35-1 16,-35 0-16,-36 36 16,18-36-1,-35 18 1,17 18-1,36-54 1,-71 36 0,18 18-16,35-54 15,-35 54 1,0-18 0,70-53-1,-35 35 1,0 0-1,18 1-15,-35-1 16,-19 18 0,54-35-1,-36-1 1,36 1 0,0-1-1,-36 36-15,1-17 16,35-19-1,-18-17 1,0 36 0,35-19-1,-70 54-15,0-54 16,70 19 0,-70-1-1,35 0 1,18-17-1,-18 35 1,-18-36 0,54 19-16,-54 34 15,53-52 1,1-18 0,-36 53-1,18 35 1,17-70-16,-17-1 15,35 1 1,-18 0 0,-35 105-1,0-52 1,53-54 0,0 1 15,0 35-16,-35-18 1,35-17 0,-18-1-1</inkml:trace>
  <inkml:trace contextRef="#ctx0" brushRef="#br0" timeOffset="4872.46">13864 11448 0,'18'0'47,"-1"17"-32,1-17 1,0 36 0,17-1-16,0 35 15,53 54 1,-52-106 0,-1 34-16,-35-34 15,18-18 16,-1 35-31,1-17 16,0-36 234,35-17-234,-36 17-16,18-34 15,1 34 1,34-70 0,1 17-16,-54 71 15,1-18 1</inkml:trace>
  <inkml:trace contextRef="#ctx0" brushRef="#br0" timeOffset="7504.39">16669 9613 0,'0'35'110,"0"1"-110,0-19 15,17 1 1,1 70 0,-18-53-16,35 18 15,-17-35 17,0 35-32,17-18 15,-17 1 1,-1-36-1,1 35-15,-1-18 16,1-17 0,0 18-1,35 0 1,-36-1 0,1-17-1,0 18 1,-1 0-1,18-18-15,-35 17 16,18-17 0,35 36-1,-18-19 1,1 1 31,-19-18-32,1 17-15,-1-17 16,19 18 15,-36 0 1,17-18-32,19 0 15,-1 35 1,-17-35-16,34 35 15,-34-35 1,35 36 0,-18-19-1,-17-17 1,0 18 0,-1 0 30,1-1-30,0 18-16,17-17 16,-35 0-1,53 17-15,-18 18 16,18 17 0,-35-70-1,17 71 1,0-18-1,-17-35 1,-1 17-16,-17 0 16,18-17-1,-18 35 1,18 0 0,-1-18-1,-17 0 1,0 0-16,0-17 15,0 17 1,0 18 0,0-35-1,0 17 1,0-17-16,0 17 16,0-17 93,0 17-93,0-17 15,0 17-16,0-17 17,0 17 15,18-18-16</inkml:trace>
  <inkml:trace contextRef="#ctx0" brushRef="#br0" timeOffset="9384.74">17745 11465 0,'17'0'110,"19"18"-95,-19 0 16,19-1-15,-1 36-16,-18-53 16,19 53-1,-19-18 1,-17-17 265,36-18-250,-19 0 188,1 0-31,-18-18-173,18 1-15,-1-1 16,-17 0 0,71-52-16,-54 52 0,19-17 15,-19 17-15,1 18 16,0-35-1,-18 17 1,17 18 0,1-35-16,0 17 15,-1 18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1T02:58:56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16686 7479 0,'-17'0'125,"-1"0"-110,0 0 1,18 18-1,0-1 1,0 1 0,0-1-16,-17-17 15,17 18 1,0 0 0,-18-1-1,18 19 16,0-19 16,-17-17-31,17 18-16,0 0 16,-18-1-1,0 1 32,18-1-31,0 1 15,0 0-15,0-1-1,-17 1 1,17 0-16,0-1 15,-18-17 1,0 53 0,1-17-16,-1-1 15,0 0 17,1-17-1,17-1-16,0 1 1,-18 0 0,18-1-1,-17 1 1,-36 17 0,53-17-16,-18 35 15,-17-18 1,17 0-1,0-17 1,1 0 0,-1 17-1,0-18 1,1 1-16,-1 0 16,18-1-1,-53 36 1,36-17-1,-19-1 1,1-18 0,35 1 31,-18 0-32,1-1-15,-1 1 16,1 0-1,-1-18 1,0 35 0,1-35-1,-1 18 1,0-1 0,1-17-16,-1 18 15,0 0 1,1-1-1,-1 1 1,-17-1 0,-18 19-16,35-1 62,-52 18-46,35-18-16,-54 0 15,36 18-15,-17-17 16,-36 34 0,71-70-1,17 0 1,18 18 93,-35 35-109,35-18 16,-35 0 0,35-17-16,-18 0 15,-17 17 63,35-17-78,0-1 16,-18 18 0,18-17-16,0 0 15,-18-1 1,18 19-1,-17-19-15,-1 19 16,18-19 0,-35 1-1,17-1-15,18 19 16,-18-19 0,18 1-1,0 0 1,-17-1-16,17 1 15,0 0 1,0-1 0,-18 1-1,18-1-15,0 1 16,0 17 0,0-17-16,-17 0 15,17-1-15,0 19 16,-18-1-1,18-17-15,0 17 16,0-18 0,0 1-1,0 0-15,0-1 16,0 19 0,0-19-1,0 19 1,0-19-16,0 18 0,-18 1 15,18-1-15,0-17 16,-17 17 0,17-17-16,0-1 15,0 1 1,0 0 0,0-1-16,-18 18 15,18-17 1,0 17-16,0-17 31,0 17-15,0 1-16,-18 16 15,18-16 1,0-19 0,0 1 15,0 17-16,0 1-15,0-19 16,0 1 15,0 17-15,0 18 62,18-18-62,-18-17-16,18 0 15,-18-1 1,17 1-16,-17-1 16,0 1-1,0 0 1,0 17 46,0-17-46,18-1 0,-18 1 77,0 0-46,0 17-31,35 18-16,-35-18 15,0-17 142,0 17-157,0-17 15</inkml:trace>
  <inkml:trace contextRef="#ctx0" brushRef="#br0" timeOffset="1694.23">14693 11271 0,'0'18'125,"18"17"-109,-1-35 15,-17 18-15,18-1 31,-18 1-32,18 0 32,-1-18-31,1 0 109,17 35-109,1-17 15,-36-1-16,17 1 48,1 0-47,-1-1 30,19-34 220,-36-1-250,35 0-16,-17 1 15,17-19 157,-17 1-172,17 17 16,0-17-1,0 0-15,-17 17 16</inkml:trace>
  <inkml:trace contextRef="#ctx0" brushRef="#br0" timeOffset="4943.39">17216 7355 0,'-18'18'109,"18"53"-109,0 17 16,0 0-16,0 71 15,0-71 1,0 18 0,0-53-1,0-36 1,0 89-1,0-18 1,0-35-16,0-35 16,-18 52-1,18-52 1,-17 70 0,-1-17-1,18-54-15,0 1 16,0 17 15,0-17-15,0 17-1,0-17-15,0 0 16,0-1 0,-35 1-16,35 0 15,0 52 1,0 1-1,-18-36 1,18 35 0,-35 1-16,35-36 15,-18-17 1,18 0 0,-17 17-1,17-17 1,0-1-1,-36 18-15,19 18 32,-1-17-32,18-1 15,-35 18 1,17 0 0,0 17-16,-17-34 15,-18 69 1,18-34-1,-18 35 1,0-53 0,53-18 46,0 18-62,-18 0 16,1 0-16,-1-18 15,1-17 1,17 17-16,0-17 16,0 34-1,0-34 1,0 17 0,0-17-1,0 17 1,17-35-1,-17 18-15,106 123 16,-71-106 0,-17-35-1,0 0 1,-1 18 31,1 0 0,0-18-32,17 17 1,35 19-16,-52-36 16,0 17 30,-18 18 17,35 36-63,-35-53 16,18-1-1,-1 1 48,-17 0-1,0-1-46</inkml:trace>
  <inkml:trace contextRef="#ctx0" brushRef="#br0" timeOffset="6664.44">16810 10918 0,'0'18'94,"0"0"-78,0-1-16,18-17 15,-1 18 17,1 0-1,-1-18 16,1 0 125,0 17-126,-1-17 1,1 18-31,0-18 0,17 18-1,-17-1 1,-1 1-1,36 17 1,-35-35 156,-18-35-141,17 0-31,-17 17 16,0 0-16,0 1 15,0-19 1,36 19 0,-36-19-1,17 19 1,19-36-16,-36 35 16,17-17-1,-17-18 1</inkml:trace>
  <inkml:trace contextRef="#ctx0" brushRef="#br0" timeOffset="13199.42">17233 11165 0,'-35'18'79,"35"0"-33,0-1-14,0 1 15,0 0-32,0-1 1,0 19 62,0-19-47,0 18-15,0-17-1,0 0 1,0-1 0,0 1 62,0 0-63,0-1 1,0 1-16,0 0 16,0-1-1,0 18 1,0 1 0,0-19 30,0 19-46,0-19 16,0 19 0,0-1-1,0-17 1,0 17-16,0-18 16,0 1-1,0 17 1,0-17-1,0 0 1,0-1 0,0 19-16,0 34 15,-18-35 1,18-17 0,0 17-1,0-17 1,0 17-1,0-17-15,0-1 16,-17 1 0,17 0-1,0-1 1,-18 1 0,18 17-16,0 1 15,0-19 16,0 1-31,0-1 16,0 1 47,0 0-48,0-1-15,0 1 16,0 17-1,0 1 1,18-1 0,-1-17-1,-17 17-15,0-18 16,0 19 0,0-19-1,0 19 1,0-19-1,0 19 1,0-19 0,0 18-16,0-17 15,18-18 1,0 35 0,-18 1-16,0-19 15,35 1 1,-35 17 93,0-17-93,0 0-1,0 34 1,17 1-16,1 71 16,-18-107-1,18 36 1,-18-35 93,0 0-31,0-1-62,0 1 0,0 0-16,0-1 15,17 1 1,-17 17 0,0-17-1,0 17 1,0-17-1,0-1 1,0 1-16,0 0 16,0 34-1,0-16 1,0-19 0,0 1-16,0 0 15,0-1 1,0 19 31,0-1-32,0 0-15,0-17 16,0 17 0,0-17 15,0-1-16,0 1 1,0 0 62,0 17-62,0 0-16,0 0 15,0 18 1,0-35-16,18 17 16,-18 54-1,0-54 1,18 0 0,-18 0-16,0-17 31,0 0-16,0-1 1,0 1 0,0 0-1,0-1-15,0 1 47,0 17-47,0 18 16,0-35-1,0-1 1,0 1-16,0 0 78,0 17-78,0 0 16,0-17-16,0 17 15,0-17 1,0-1 0,0 1 46,0 0-46,0 17-16,0 0 15,0-17 1,35 141 0,-35-107-16,18 1 15,-1 0 48,-17-17-63,18-19 15,-18 1 48,0 17-47,0-17-16,0-1 15,0 19 110,0 17-109,17-36-16,-17 36 15,0-35 142,0 17-157,36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1T03:14:23.62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17427 13723 0,'0'-18'328,"18"1"-281,-1 17 62,1 0-93,35 0-1,-18 0-15,18 0 16,88 0 0,-70 0-1,-18 0-15,-18 0 16,-17 0-16,-1-18 0,1 0 15,0 18 1,-1 0 0,19-17-1,-19 17 1,1 0-16,17 0 16,-17 0-16,17 0 15,0-35-15,18 17 16,-17 18-1,-1 0 1,0-18 0,0 18-16,1 0 15,-19-35-15,1 35 16,0 0 0,34-18-16,19 1 15,17 17 1,-35-18-1,0 18-15,-18-18 0,-17 18 16,0-17-16,-1 17 16,19 0-16,-19-18 31,-17 1-31,35 17 16,-17-18-1,70 0-15,-35 1 16,53-1-16,0 0 15,-18-35-15,18 53 16,-53-17 0,0-1-16,-36 18 15,19-35-15,-1 17 32,0-35-32,53 0 15,89-52 1,17-1-16,-71 53 15,-35 0-15,54-18 16,-19-17-16,-35 35 16,-52 36-16,-1-1 15,-35 0-15,17 18 16,1-35 0,0 17-1,52-52 1,1-1-16,-54 54 0,54-36 15,-18 35-15,-18-17 16,-17 17-16,17-17 16,-35 17-1,0 1 1,35-1 0,-35 0-16,18-17 15,0 17-15,17-34 16,-17-1-16,35 17 15,-36 1 1,18 0-16,-35 17 16,18-17-16,-18 17 15,35 1-15,-35-1 16,0 0 0,18-17-1,0-18-15,-1 18 16,1 0-16,0-1 15,-1-17 1,1 0-16,17-35 0,0 18 16,-35 52-16,18-17 15,0-1-15,-18 19 16,0-1-16,0 1 16,0-19-1,35 1-15,-35 17 16,0-17-16,0 0 0,0 0 15,0-1-15,0 19 16,0-36-16,0 17 16,0 1-1,18-35-15,-1-19 16,-17 37-16,0-1 16,0 35-16,0-17 0,0 17 15,0-17-15,0 17 16,0 0-1,0-17-15,0-18 16,0-17-16,0 17 16,36 18-16,-36-18 15,0 0-15,0 17 0,0-17 16,0 1 0,0 34-16,0-17 15,0 17-15,0-17 16,0 17-1,0-17-15,0 17 32,0-35-32,0 0 15,0 36 1,0-19 0,0 1-16,0 0 15,0-18-15,0 18 0,0-1 16,0-16-16,0 16 15,0-17-15,0-17 16,0-54 0,-18 54-1,0-71 1,1 35-16,-1 53 0,18 18 16,-18-36-16,1 0 15,-19-52 1,19 70-1,-36-70 1,18-1 0,-1 1-16,-17-89 15,18 106 1,35 36 0,-18-54-1,1 18 1,-18 36-1,35-124-15,-71 53 16,53 123 0,18-53-1,-53-17 1,36 35 0,-1 0-16,0-17 15,1 35 1,17 17-1,-18-17 1,18-1 0,-35-17-1,17-35-15,18 71 16,-53-72 0,36 19-1,-1 35 1,-17-54-1,17 36 1,-35 1-16,18-1 16,0 17-1,35 1 1,-53-18 0,53 18-1,-18 17 1,-17-17-16,35 0 15,-18-1 1,-17 36 15,35-17-15,0-1 0,0 1-16,-18-1 15,-17-35 1,17-18-1,1 54 1,-1-36 0,1 18-1,17 17 1,-18 0-16,0 18 422,1 71-407,-1-36-15,0 18 16,18 0-16,-17-35 16,17-36 249,17-35-265,19 35 16,-19-35-16,1 53 16,17-52-1,-17 52 266,-1 0-265,1 0 0,0 0-1,17 0 17,-17 0 14,-18 17 33,17-17-79,1 18 15,0-1 1,-1-17 156</inkml:trace>
  <inkml:trace contextRef="#ctx0" brushRef="#br0" timeOffset="6312.04">21943 12100 0,'0'36'109,"0"-1"-109,0-18 16,0 1-16,0 35 15,0 35 1,0-17 0,0-36-16,0 0 0,0-17 15,0 17-15</inkml:trace>
  <inkml:trace contextRef="#ctx0" brushRef="#br0" timeOffset="8097.23">21996 12100 0,'17'-17'187,"1"17"-187,17 0 16,-17 0-16,0 0 16,-1 0 62,1 0-78,-1 0 62,-17 17-15,0 1-31,0 0-1,0-1 32,0 1-31,0-1-1,0 1 17,0 0 46,-17-1-16,-1-17-46,1 0 0,-1 0-1,0 0 1,1 0-1,-1 0 1,0 0 0,1 0 15,-1 0 0,0 0 0,1 0 32</inkml:trace>
  <inkml:trace contextRef="#ctx0" brushRef="#br0" timeOffset="11360.82">22419 12065 0,'-18'0'140,"1"0"-108,-1 0 15,0 0-16,-17 0 0,18 18 47,-1-18-62,18 17-1,-18-17 110,18 18-109,0 0 31,0-1-16,18 1 79,0-1-79,-1-17-16,18 18 32,-17-18 110,0 0-64,-1 0-30,1 0-32,0-18 16,-1 1-31,-17-1-16,18 1 15,-18-1 173,-18 18-141,1-18-47,17 1 31,-18 17 125</inkml:trace>
  <inkml:trace contextRef="#ctx0" brushRef="#br0" timeOffset="12281.11">22578 12065 0,'17'0'109,"1"18"-93,-18-1-16,0 36 15,0-35 32,0 17-47</inkml:trace>
  <inkml:trace contextRef="#ctx0" brushRef="#br0" timeOffset="13584.91">22560 11871 0</inkml:trace>
  <inkml:trace contextRef="#ctx0" brushRef="#br0" timeOffset="16017.55">22737 12083 0,'0'17'110,"0"36"-95,0-35-15,0-1 16,0 1-16,0-53 172,0 17-172,0-17 15,0 17-15,0-17 16,0 0 0,17 35 124,1 0-62,17 0-46,-17 17 139,-18 19-155,17-36-16,-17 17 16,0 19 46,0-19 1,0 36-63,0 0 15,0-35 1</inkml:trace>
  <inkml:trace contextRef="#ctx0" brushRef="#br0" timeOffset="16905.07">22948 11871 0,'35'18'109,"-35"52"-109,0-17 16,0 0-16,0-18 15,0 53 1,0-70-16,18 53 15</inkml:trace>
  <inkml:trace contextRef="#ctx0" brushRef="#br0" timeOffset="18305.34">22860 12083 0,'18'0'94,"-1"0"-78,1 0-1,0 0-15,-1 0 32,1 0 15,-1 0-32,1 0 48,0 0-48,-1-18 204,1 18-141,0 0-47,-1 0 1,19 0-1</inkml:trace>
  <inkml:trace contextRef="#ctx0" brushRef="#br0" timeOffset="24314.1">22772 11395 0,'17'-53'156,"-17"0"-140,18 35 0,-18-17-1,0 0-15,0 17 0</inkml:trace>
  <inkml:trace contextRef="#ctx0" brushRef="#br0" timeOffset="25082.64">22931 11359 0,'0'-17'125,"0"-36"-125,0 35 15,0-17 1,17 0-16,1 17 0,-18 0 16</inkml:trace>
  <inkml:trace contextRef="#ctx0" brushRef="#br0" timeOffset="26522.59">22454 10513 0,'0'53'125,"0"-18"-109,0-17-16,0-1 16,0 1-1,0 0 1,0-1 0,0 18 15,0-17-16</inkml:trace>
  <inkml:trace contextRef="#ctx0" brushRef="#br0" timeOffset="27387.19">22631 10636 0,'0'18'141,"0"0"-126,0-1-15</inkml:trace>
  <inkml:trace contextRef="#ctx0" brushRef="#br0" timeOffset="27946.54">22613 10425 0</inkml:trace>
  <inkml:trace contextRef="#ctx0" brushRef="#br0" timeOffset="30058.59">22754 10583 0,'0'36'125,"0"-19"-109,0 19 0,0-1-1,0 0 48,0-17-63,18-1 234,17-17-218,-35-17-16,0-1 15,18 18 1,-18-35 46,0 17-46,17 18-16,1-17 16,-18-1 15,18 18 125,-1 0-78,19 0-15,-36 18-48,35-1-15,-35 1 16,17-1 0,-17 19 187</inkml:trace>
  <inkml:trace contextRef="#ctx0" brushRef="#br0" timeOffset="32058.71">23054 10724 0,'18'0'109,"17"0"-30,-17 0-64,-1-17-15,19-1 16,-1 1-1,-18-1 1,-17 0 109,0 1-78,0-1-31,-17 18 15,-1-18 0,1 18-31,-1 0 16,0 0 46,1 0-46,-1 0-1,0 0 64,18 18-64,0 0 48,0-1-32,0 1-15,0 17-1,0 0 1,0-17-1,18 0 79,0-18-47,-1 17-31,-17 1-1,18-18 32,0 0 0,-1 0-16,1 0 32,-1 0-32,1 0-31,0 0 16,-1 0-1,1 0 95,0-18-79,-1 18 31</inkml:trace>
  <inkml:trace contextRef="#ctx0" brushRef="#br0" timeOffset="33219.5">22595 10672 0</inkml:trace>
  <inkml:trace contextRef="#ctx0" brushRef="#br0" timeOffset="33387.28">22595 10672 0</inkml:trace>
  <inkml:trace contextRef="#ctx0" brushRef="#br0" timeOffset="35235.21">22648 10654 0,'0'35'218,"0"-17"-124,0-1-63,0 1-15,0 0 0,0-1 140,0 1-156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18-07-31T03:08:12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9931 5468 0,'-18'0'16,"0"0"31,1 0-32,17-18 1,-18 18 0,0 0-1,1 0 1,-1-17-1,1-1 32,-1 18 0,0 0-31,1 0-1,-1-17 1,-17-1 47,17 18-48,-17 0 1,0 0-1,-36 0 1,53 0 0,-87 0-16,-1 0 15,70 0 1,19 0 0,-1 0 140,1 0-125,-1 0 0,0 0-15,1 0 15,-1 0-31,0 18 63,1-18-48,-1 17-15,0-17 47,18 18-31,-53 17-1,36-17 1,-1-18 0,1 35-1,-1-35 1,-17 18 125,17-1-126,0 1 1,1 0-1,-1-1 1,0 1 15,1-1-15,-1 1 0,1 0 15,-1-1-16,0 1 1,18 0 0,0-1-1,0 19 1,0-19 15,-17-17-31,17 35 16,0-17-1,-18-18 1,18 35 0,-18-35-16,18 18 15,0 17 1,0-17 0,0 17 15,0-17-16,0-1 17,0 19-32,0-1 31,0-17 0,18 17-15,-18-17-1,0 17-15,0-17 16,18 34 15,-1-16-15,1-19 0,0 1-16,-1-18 31,18 35 0,-17-17-15,0 0-1,17-1 1,0-17 15,-35 18-15,18-18-16,0 17 15,-1-17 17,1 18-17,-1-18 17,1 0 14,0 18-30,-1-18 0,1 0 15,0 0-15,-1 17-16,-17 1 15,18-18 16,0 0 16,-1 0-31,19 0-16,-19 18 16,18-18-1,18 0-15,-17 17 16,34 1-1,-17 0 1,-35-18 0,-1 0-1,1 0 79,0 0-63,-1 0-15,1 0-16,0 0 31,17 0-31,0 0 16,0 0-1,1 0-15,-36-18 16,35 0 0,0-17-1,-17 35 1,17-71 0,0 36-1,-17 18-15,0-1 16,-1 0-1,1 1 1,17-36 0,-17 17-1,-18 19 1,18-1-16,-1 18 31,-17-17-15,0-1-1,0 0-15,18 1 16,-18-19-16,17-34 16,-17 52-1,0-17 1,0 0 0,0-1-1,18-17 1,-18 18-16,0 17 15,0 1 1,0-1 15,0-17-15,0 17 0,0 1 46,0-1-62,0 0 31,-18 1 32,18-1-63,0 0 31,-17 1 0,-1 17-15,1-18 0,-1 18 46,-17-17-15,17 17 15,0 0-46,18-18 47,0 0-48,0 1 1,0-1-1,0 0 1,-17 1 93,17-1-93</inkml:trace>
  <inkml:trace contextRef="#ctx0" brushRef="#br0" timeOffset="2159.56">9155 6668 0,'0'17'328,"0"18"-312,0-17-16,-18 17 15,0-17-15,18 0 32,0 35 30,-17-53-62,-1 52 16,0-52-1,18 36 1,-53 17-16,53-36 16,-17 19-1,-18-1 1,17-18 0,0 19-1,1-36 1,-1 17-16,0 1 15,-52 17 1,52-17 0,-17 0-1,17-1 1,1 1 0,-1-18-1,0 17-15,1 1 16,-107 35-1,1-18 1,35 1 0,-71-19-1,-35 36-15,141-35 16,18-1 0,17-17-1,0 0 141,-17 0-140,17 0-16,-35 0 16,-52 0-1,69 0 1,-34 0-16</inkml:trace>
  <inkml:trace contextRef="#ctx0" brushRef="#br0" timeOffset="3752.77">7620 7302 0,'35'0'78,"-35"18"-47,0 17-31,0 1 16,0-1-1,0-17-15,0-1 16,-17-17-1,17 18 79,-18-18-94,0 35 16,1-35 15,-1 18 32,0-18-48,1 17 32,-18 1-31,35 0 15,-18-18 63,36 35 124,-1-35-202,1 18 15,-1-18-15,1 0-16,0 35 16,-1-35-16,1 0 15,-18 18-15,18-18 16,-1 0-1,1 0 1,0 17 0,-1-17 15,-17 18-31,18-18 62,-1 17-46,1-17 31,17 36-31,1 52-16,-19-53 15,1-17-15,0 17 16,17-35 78,-35-17-79</inkml:trace>
  <inkml:trace contextRef="#ctx0" brushRef="#br0" timeOffset="6608.85">9137 6826 0,'0'18'109,"0"17"-109,0-17 16,0 35-16,0-18 15,0 53 1,0-35 0,0 35-16,0-70 15,0 0-15,0-1 16,0 1-1,0-1-15,0 1 16,0 17 0,0 36-1,0-36-15,0 1 16,0-19 0,0 1-1,-18 17 1,18 53-1,-17-17-15,17-36 16,0 36 0,0-36-1,0-17 1,0-1 0,0 19 15,0-19-16,0 18 32,0-17-31,0 17 46,0-17-62,0 0 16,0-1 0,0 1-1,0 0 1,-18 17 0,0-18 62,18 1-16,-17 0-46,17-1-16,-18 19 15,0-19 79,1-17-47,-1 18-31,1 0 15,-1-1 16,0 1 281,1 17-312,-1-17 46</inkml:trace>
  <inkml:trace contextRef="#ctx0" brushRef="#br0" timeOffset="8537.98">8767 8043 0,'17'18'110,"-17"0"-110,18 17 15,-18-17 17,0 17-17,0 0-15,0-17 16,17-1 0,-17 1 62,18-18-78,-18 18 15,0-1 32,0 54-47,18-36 16,-18 0-16,0-17 15,17-18 298,1 0-282,17 0-31,-17 0 16,0-18-1,17 1 1,-18 17 78,1 0-63,0-18-15,-1 0 15,1 18 47,0 0-62,-18-17-1,17 17 32,1 0-31,0 0 78,-1 0-79,1 0 63</inkml:trace>
  <inkml:trace contextRef="#ctx0" brushRef="#br0" timeOffset="11729.71">9754 7232 0,'0'18'110,"0"17"-95,0-18 110,0 19-109,0-19 0,0 19-1</inkml:trace>
  <inkml:trace contextRef="#ctx0" brushRef="#br0" timeOffset="12337.65">9737 7073 0</inkml:trace>
  <inkml:trace contextRef="#ctx0" brushRef="#br0" timeOffset="15537.42">9895 7179 0,'0'18'109,"0"-1"-78,0 1-15,0 0 15,0 17-15,0-18-16,0 1 15,0 0 32,0-1-31,0 1 390,-17 0-281,17-36 16,0 0-141,0 1 15,0-19-15,0 19 16,0-18 15,0 17 125,0 0-109,0 1-31,17 17 62,1 0 16,0 0-63,-1 0 16,19 0 31,-36 17-62,35 1-16,-17-18 15,-18 18 220,0-1-235,17 18 15,-17-17 110,0 0-125,18-1 16</inkml:trace>
  <inkml:trace contextRef="#ctx0" brushRef="#br0" timeOffset="16874.8">10460 6897 0,'-18'0'15,"18"-18"1,-17 18 46,-1 0 17,0 0 30,1 0-93,-1 18-1,18-1 16,-18-17-15,1 36 0,-1-19-1,0 19 1,18 17 31,0-18-47,0-18 15,0 36-15,0-35 16,0 17 0,0-17-1,0 17-15,18 0 16,0 1 0,-18 34 46,0-52-46,17 0-16</inkml:trace>
  <inkml:trace contextRef="#ctx0" brushRef="#br0" timeOffset="17979.22">10213 7267 0,'0'-17'63,"0"-1"-63,18 0 15,-1 18-15,1 0 63,17 0-48,-17-17 17,-1 17 46,1 0-63,-18-18 157,18 18-109</inkml:trace>
  <inkml:trace contextRef="#ctx0" brushRef="#br0" timeOffset="18826.75">10566 7179 0,'17'18'78,"-17"-1"-62,0 1-1,0 0-15,0-1 16,0 18 62,0 18-78,18-35 16</inkml:trace>
  <inkml:trace contextRef="#ctx0" brushRef="#br0" timeOffset="19322.57">10566 6950 0</inkml:trace>
  <inkml:trace contextRef="#ctx0" brushRef="#br0" timeOffset="21017.94">10795 7197 0,'0'35'156,"0"-17"-156,0 34 16,0-87 234,35-18-250,-17 18 15,0 17 1,-1-17 0,18 35 156,-17 0-141,0 0 16,-18 35-47,17-17 15,1 0-15,-18 17 16,18-35-16,-18 18 16,0-1-1</inkml:trace>
  <inkml:trace contextRef="#ctx0" brushRef="#br0" timeOffset="21346.25">11130 7003 0</inkml:trace>
  <inkml:trace contextRef="#ctx0" brushRef="#br0" timeOffset="21971.03">11130 7003 0,'18'0'94,"-18"17"-47,0 1-31,17 0-16,1 17 15,-18-18-15,18 1 16,-1 0 0,-17-1 93,0 19-93,0-1-16,0 0 15,18-35-15</inkml:trace>
  <inkml:trace contextRef="#ctx0" brushRef="#br0" timeOffset="22826.58">10989 6579 0</inkml:trace>
  <inkml:trace contextRef="#ctx0" brushRef="#br0" timeOffset="23795.05">11465 6756 0,'0'35'63,"0"0"-63,0 1 15,0-19-15,0 18 16,0-17 0,0 17-1,18-17-15,0 53 16,-18-54 0,17 18-1</inkml:trace>
  <inkml:trace contextRef="#ctx0" brushRef="#br0" timeOffset="24691.6">11324 7003 0,'0'-18'16,"18"18"-1,-1 0 1,1-35-16,0 17 16,-1 18 15,1 0-16,17-18 1,-17 18 0,0 0 46,-1 0-46,1 0 46,-1 0-46,1 0 0</inkml:trace>
  <inkml:trace contextRef="#ctx0" brushRef="#br0" timeOffset="26371.49">11677 6950 0,'18'0'63,"-1"0"-48,1 0 1,0 0-16,-1 0 16,1 0-1,-1 0 1,1 0 15,0-18 16,17-17-47,-35 17 31,0-17 16,0 17 0,-18 18 0,1 0-32,-1-17 1,0 17 0,1 0-1,-1 0 32,1 0-16,-1 0-15,0 35 0,18-17 15,0-1-15,0 1-1,0 17 1,0 0-16,0 1 15,0-1 1,0-17 0,0-1-1,0 1 1,18-1 15,0 1 0,-1-18-15,1 0 15,-1 0-15,19 35-16,-19-35 109,1 0-62,0-17 78</inkml:trace>
  <inkml:trace contextRef="#ctx0" brushRef="#br0" timeOffset="58814.88">10636 7973 0,'36'0'171,"-19"0"-155,-17 17 0,0 1-16,0 0 15,0-1 48,18-17-48,-1 18 142,1 0-142,-18-1 79,18 1-94,-18 0 172,0 17-156,17-35 140,-17-18-141,0 1 1,0-36 0,0 17-1,0 19-15,0-19 16,18-16 0,0 52 140,-1 0-156,1 0 15,0 0 17,-1 0-1,1 17-31,-1-17 16,19 71-1,-36-89 204,0-17-203,0 17-1,0-17 1,17 17-1,1 1 189,0 17-189,17 0 1,-17 0-1,-1 0 1,36 35 0,0 18-1</inkml:trace>
  <inkml:trace contextRef="#ctx0" brushRef="#br0" timeOffset="60575.71">11307 7902 0,'17'0'156,"1"0"-156,-1 0 16,1 0-1,0 0-15,17-17 16,0-19 0,-17 19-1,-18-1 1,0 0 0,18 1-16,-1-19 15,-17 1 1,0 18-1,0-1 64,-17 18-48,-1 0-16,0 0 1,1 0 0,-1 18-1,0-1 1,1-17 0,-19 18-1,19 17 1,-1-35 46,18 18-46,0 17 0,0-17-1,0-1 1,0 1-1,0 0 1,0-1 31,18-17-31,-18 18-1,17-18 16,19 0-15,-19 0 31,1 18-31,0-18 46,-1 0-46,1 0-1,0 0 95,-1 0-63,1 0-32,-1 0 1,1 0 31,0-36-32,-1 36 1,1-17 0</inkml:trace>
  <inkml:trace contextRef="#ctx0" brushRef="#br0" timeOffset="62359.47">11624 7726 0,'18'35'125,"17"18"-125,-35-35 15,0-1 1,18-17-16,-1-17 250,1-19-250,-18 1 15,18 17-15,-18-17 16,0 18 140,17 17-124,1 0-17,-1 0 1,1 17-1,17 18-15,-35-17 16,36-18 0,-19 0 171,-17-18-171,18-17-16,-18-18 15,0 18 1,35 0 0,-35 17-1,18 0 157,-1 18-156,1 0-1,0 18-15,-1 17 16,36 18 0,-17 35-1,16-17 1,-52-36 0</inkml:trace>
  <inkml:trace contextRef="#ctx0" brushRef="#br0" timeOffset="64183.68">12471 7497 0,'-18'-18'125,"0"0"-109,1 18-1,-1 0-15,0 0 47,1 0-16,-1 0-31,1 0 32,-1 0-1,0 0-16,1 0 64,-1 18-79,18 0 31,0-1 16,0 1-32,0-1-15,0 1 16,0 0 0,0-1-1,18 1 48,-18 17-63,17-17 78,-17 0 16,18-18-94,0 0 15,-1 0 63,1 0-62,17 0 31,-17-18 0,-1 18-32,1-18-15,-18 1 16,18 17-16,-1-18 16,-17 0 62,0 1 15,0-19-77,0 19 0,0-18-1,0 17 17,-17 0 139</inkml:trace>
  <inkml:trace contextRef="#ctx0" brushRef="#br0" timeOffset="68160.31">12559 7302 0,'18'18'94,"-1"0"-94,1-1 15,-18 19 1,0-19 0,17-17 46,-17 18-46,18 0 46,0-18-46,-18 17-16,35 19 250,-35-19-235,0 1-15,0-53 375,0-1-359,0-17-16,0 0 16,0 18-1,0 17 173,0 1-188,0-1 94,0 1-94,0-1 187,0 0-171</inkml:trace>
  <inkml:trace contextRef="#ctx0" brushRef="#br0" timeOffset="71224.85">12823 7144 0,'0'17'203,"0"1"-187,18 0 31,0-1-32,-1 1 1,1 0-1,-18-1 32,18 18 16,-1-17-16,1 0-16,0-18 188,17 0-204,-17 0 1,-1-18-16,1 0 31,-1 1 32,1-36-48,0 35-15,-18-17 16,0 17 109,0-17-109,0 17 15,0 1 0,0-1-15,0 1 93,0-1-93,0 0-1,-18 1 17,18 52 218,18-17-235,-18 17 1,17 0-16,19-17 15,-36-1 1,0 1 15,0 0-15,17 52-16,-17-35 16,0-17-1,36 0 1,-36-1 15,0 19-15,0-1-16,0 0 15,0-17 1,17 35 0,1-36-1,-18 1 1,17 17 62,-17 1-47,0-19-31,0 19 16,0-19-1,0 1 32,0-1-31,-17 1 0,-1-18-1,1 18 32,-36-1-31,35 1-16,0 0 15,1-18 1,-1 0 31,0 0 0,1 0-32,-1 0 32,1 0-16,-1 0-15,0-18 0,1 18-1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E5777-BE87-4C29-9E9F-C4BDADDFFB5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CBF2-5CE7-4A56-956E-CE25E5232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67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9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59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68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2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3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15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33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82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60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10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90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07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13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6CBF2-5CE7-4A56-956E-CE25E523286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47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7302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681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7480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384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6920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507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085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445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7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592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89278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47361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6A147E4E-E48B-45F2-A9E5-A8AAB35F95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3506F-41DB-48A0-BA4F-5C2B2C8B9080}" type="datetimeFigureOut">
              <a:rPr lang="en-MY" smtClean="0"/>
              <a:t>8/1/2025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39969-5EF5-4CFE-AA03-E863CAE2E3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9630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customXml" Target="../ink/ink3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6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emf"/><Relationship Id="rId5" Type="http://schemas.openxmlformats.org/officeDocument/2006/relationships/customXml" Target="../ink/ink4.xml"/><Relationship Id="rId4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emf"/><Relationship Id="rId4" Type="http://schemas.openxmlformats.org/officeDocument/2006/relationships/customXml" Target="../ink/ink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86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5" Type="http://schemas.openxmlformats.org/officeDocument/2006/relationships/image" Target="../media/image90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Relationship Id="rId14" Type="http://schemas.openxmlformats.org/officeDocument/2006/relationships/image" Target="../media/image8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86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5" Type="http://schemas.openxmlformats.org/officeDocument/2006/relationships/image" Target="../media/image90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Relationship Id="rId14" Type="http://schemas.openxmlformats.org/officeDocument/2006/relationships/image" Target="../media/image8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97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9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97.png"/><Relationship Id="rId3" Type="http://schemas.openxmlformats.org/officeDocument/2006/relationships/image" Target="../media/image68.png"/><Relationship Id="rId7" Type="http://schemas.openxmlformats.org/officeDocument/2006/relationships/image" Target="../media/image75.png"/><Relationship Id="rId12" Type="http://schemas.openxmlformats.org/officeDocument/2006/relationships/image" Target="../media/image9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Relationship Id="rId14" Type="http://schemas.openxmlformats.org/officeDocument/2006/relationships/image" Target="../media/image9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8798-AB61-4A74-BD02-AB99FF669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Machine Vision</a:t>
            </a:r>
            <a:br>
              <a:rPr lang="en-US" b="1" dirty="0"/>
            </a:br>
            <a:r>
              <a:rPr lang="en-US" dirty="0"/>
              <a:t>MCTE 4323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F4F94-42EB-4301-AFA8-261153754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Hasan </a:t>
            </a:r>
            <a:r>
              <a:rPr lang="en-US" dirty="0" err="1"/>
              <a:t>Firdaus</a:t>
            </a:r>
            <a:r>
              <a:rPr lang="en-US" dirty="0"/>
              <a:t> Bin </a:t>
            </a:r>
            <a:r>
              <a:rPr lang="en-US" dirty="0" err="1"/>
              <a:t>Mohd</a:t>
            </a:r>
            <a:r>
              <a:rPr lang="en-US" dirty="0"/>
              <a:t> </a:t>
            </a:r>
            <a:r>
              <a:rPr lang="en-US" dirty="0" err="1"/>
              <a:t>Zaki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Lecture 4: </a:t>
            </a:r>
            <a:r>
              <a:rPr lang="en-US" b="1" dirty="0"/>
              <a:t>Edge Detection &amp; Hough Transform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90697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Recap</a:t>
            </a:r>
            <a:r>
              <a:rPr lang="en-US" b="1" dirty="0"/>
              <a:t>…(last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an image</a:t>
            </a:r>
          </a:p>
          <a:p>
            <a:r>
              <a:rPr lang="en-US" dirty="0"/>
              <a:t>Image histogram </a:t>
            </a:r>
          </a:p>
          <a:p>
            <a:r>
              <a:rPr lang="en-US" dirty="0"/>
              <a:t>Filtering/Smoothing/Removing Noise </a:t>
            </a:r>
          </a:p>
          <a:p>
            <a:r>
              <a:rPr lang="en-US" dirty="0"/>
              <a:t>Convolution/Correlation </a:t>
            </a:r>
          </a:p>
          <a:p>
            <a:r>
              <a:rPr lang="en-US" dirty="0"/>
              <a:t>Image Derivatives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0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Lets learn together!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84019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808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02112" cy="132556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b="1" dirty="0">
                <a:solidFill>
                  <a:srgbClr val="C00000"/>
                </a:solidFill>
              </a:rPr>
              <a:t>Edges in Images</a:t>
            </a:r>
            <a:r>
              <a:rPr lang="en-US" sz="3600" b="1" dirty="0"/>
              <a:t>: What are the significance?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is strong evidence that some form of </a:t>
            </a:r>
            <a:r>
              <a:rPr lang="en-US" u="sng" dirty="0">
                <a:solidFill>
                  <a:srgbClr val="C00000"/>
                </a:solidFill>
              </a:rPr>
              <a:t>data compression</a:t>
            </a:r>
            <a:r>
              <a:rPr lang="en-US" dirty="0"/>
              <a:t> occurs at an early stage in the human visual system</a:t>
            </a:r>
          </a:p>
          <a:p>
            <a:r>
              <a:rPr lang="en-US" dirty="0"/>
              <a:t>Research suggests that one form of this compression involves finding edges and other information - features in images</a:t>
            </a:r>
          </a:p>
          <a:p>
            <a:r>
              <a:rPr lang="en-US" dirty="0"/>
              <a:t>From edges we can construct a line drawing of the scene. This results in a huge data compression, but the </a:t>
            </a:r>
            <a:r>
              <a:rPr lang="en-US" u="sng" dirty="0">
                <a:solidFill>
                  <a:srgbClr val="C00000"/>
                </a:solidFill>
              </a:rPr>
              <a:t>information content remains very high</a:t>
            </a:r>
          </a:p>
          <a:p>
            <a:r>
              <a:rPr lang="en-US" dirty="0"/>
              <a:t>When we look at a sketch of a scene we do not feel that we are missing a great deal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28111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093" y="2107290"/>
            <a:ext cx="1964226" cy="25717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ske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283" y="200959"/>
            <a:ext cx="2608126" cy="206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ketch i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448" y="1854856"/>
            <a:ext cx="3083413" cy="474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138" y="308073"/>
            <a:ext cx="2349016" cy="28188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1130" y="1992036"/>
            <a:ext cx="1685925" cy="2705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9205" y="4360959"/>
            <a:ext cx="2187114" cy="219687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960" y="4179015"/>
            <a:ext cx="1800225" cy="2543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180" y="2799151"/>
            <a:ext cx="1733165" cy="2203472"/>
          </a:xfrm>
          <a:prstGeom prst="rect">
            <a:avLst/>
          </a:prstGeom>
        </p:spPr>
      </p:pic>
      <p:pic>
        <p:nvPicPr>
          <p:cNvPr id="4" name="Picture 2" descr="Image result for maurizio sarri sketch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48" y="230313"/>
            <a:ext cx="1361018" cy="176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6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</a:t>
            </a:r>
            <a:r>
              <a:rPr lang="en-US" b="1" dirty="0">
                <a:solidFill>
                  <a:srgbClr val="C00000"/>
                </a:solidFill>
              </a:rPr>
              <a:t>edge</a:t>
            </a:r>
            <a:r>
              <a:rPr lang="en-US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634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Edge is a boundary between two regions with relatively distinct gray level properties. </a:t>
            </a:r>
          </a:p>
          <a:p>
            <a:r>
              <a:rPr lang="en-US" dirty="0"/>
              <a:t>Edges are pixels where the brightness function changes abruptly.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3186483"/>
            <a:ext cx="80486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4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31" y="3821357"/>
            <a:ext cx="4784845" cy="303664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Detection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Goal</a:t>
            </a:r>
            <a:r>
              <a:rPr lang="en-US" b="1" dirty="0"/>
              <a:t>: </a:t>
            </a:r>
            <a:r>
              <a:rPr lang="en-US" dirty="0"/>
              <a:t>Identify sudden changes (discontinuities) in an image </a:t>
            </a:r>
          </a:p>
          <a:p>
            <a:pPr marL="0" indent="0">
              <a:buNone/>
            </a:pPr>
            <a:r>
              <a:rPr lang="en-US" dirty="0"/>
              <a:t>– Intuitively, most semantic and shape information from the image can be encoded in the edges </a:t>
            </a:r>
          </a:p>
          <a:p>
            <a:pPr marL="0" indent="0">
              <a:buNone/>
            </a:pPr>
            <a:r>
              <a:rPr lang="en-US" dirty="0"/>
              <a:t>– More compact than pixels </a:t>
            </a:r>
          </a:p>
          <a:p>
            <a:r>
              <a:rPr lang="en-US" b="1" dirty="0">
                <a:solidFill>
                  <a:srgbClr val="C00000"/>
                </a:solidFill>
              </a:rPr>
              <a:t>Ideal</a:t>
            </a:r>
            <a:r>
              <a:rPr lang="en-US" b="1" dirty="0"/>
              <a:t>: </a:t>
            </a:r>
            <a:r>
              <a:rPr lang="en-US" dirty="0"/>
              <a:t>artist’s line drawing (but artist is also using object-level knowledge)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9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Care about Edges?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information, recognize objects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11" y="2647278"/>
            <a:ext cx="4340814" cy="2708031"/>
          </a:xfrm>
          <a:prstGeom prst="rect">
            <a:avLst/>
          </a:prstGeom>
        </p:spPr>
      </p:pic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125" y="2647278"/>
            <a:ext cx="4000066" cy="234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38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Edges are caused by a variety of factors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2765913"/>
            <a:ext cx="72675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5672" y="1825625"/>
            <a:ext cx="3612156" cy="4351338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5282" y="2580639"/>
            <a:ext cx="1979002" cy="2406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60585" y="4412882"/>
            <a:ext cx="351689" cy="343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7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70650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Edge detection: a task of finding: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solidFill>
                  <a:srgbClr val="C00000"/>
                </a:solidFill>
              </a:rPr>
              <a:t>local maxima in the first derivative</a:t>
            </a:r>
            <a:r>
              <a:rPr lang="en-US" dirty="0"/>
              <a:t> or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solidFill>
                  <a:srgbClr val="C00000"/>
                </a:solidFill>
              </a:rPr>
              <a:t>zero-crossing of the 2nd derivative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56933" y="1027907"/>
            <a:ext cx="3305778" cy="50344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78" y="4287789"/>
            <a:ext cx="5191988" cy="22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7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Characterizing Edges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discrete image, we calculate the gradient by taking the </a:t>
            </a:r>
            <a:r>
              <a:rPr lang="en-US" u="sng" dirty="0">
                <a:solidFill>
                  <a:srgbClr val="C00000"/>
                </a:solidFill>
              </a:rPr>
              <a:t>difference of grey values </a:t>
            </a:r>
            <a:r>
              <a:rPr lang="en-US" dirty="0"/>
              <a:t>between adjacent pixels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Forward difference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𝑔(𝑥) = 𝑓(𝑥 + 1) − 𝑓(𝑥) </a:t>
            </a:r>
          </a:p>
          <a:p>
            <a:r>
              <a:rPr lang="en-US" b="1" dirty="0">
                <a:solidFill>
                  <a:srgbClr val="0070C0"/>
                </a:solidFill>
              </a:rPr>
              <a:t>Backward difference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𝑔(𝑥) = 𝑓(𝑥) − 𝑓(𝑥 − 1) </a:t>
            </a:r>
          </a:p>
          <a:p>
            <a:r>
              <a:rPr lang="en-US" b="1" dirty="0">
                <a:solidFill>
                  <a:srgbClr val="0070C0"/>
                </a:solidFill>
              </a:rPr>
              <a:t>Central difference</a:t>
            </a:r>
            <a:r>
              <a:rPr lang="en-US" dirty="0">
                <a:solidFill>
                  <a:srgbClr val="C00000"/>
                </a:solidFill>
              </a:rPr>
              <a:t>: 𝑔(𝑥) = (𝑓(𝑥 + 1) − 𝑓(𝑥 − 1)) /2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3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Intensity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2300" y="2071242"/>
            <a:ext cx="407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Grey level difference along horizontal line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0388" y="1825625"/>
            <a:ext cx="3482724" cy="4351338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29150" y="2486097"/>
            <a:ext cx="3886200" cy="303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4254" y="2300532"/>
            <a:ext cx="7772400" cy="2387600"/>
          </a:xfrm>
        </p:spPr>
        <p:txBody>
          <a:bodyPr/>
          <a:lstStyle/>
          <a:p>
            <a:r>
              <a:rPr lang="en-US" b="1" dirty="0"/>
              <a:t>First Derivative Edge Operators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7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derivative edge operator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970" y="1825625"/>
            <a:ext cx="78420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17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33996" cy="1325563"/>
          </a:xfrm>
        </p:spPr>
        <p:txBody>
          <a:bodyPr/>
          <a:lstStyle/>
          <a:p>
            <a:r>
              <a:rPr lang="en-US" b="1" dirty="0"/>
              <a:t>First derivative edge operator (</a:t>
            </a:r>
            <a:r>
              <a:rPr lang="en-US" b="1" dirty="0" err="1"/>
              <a:t>con’t</a:t>
            </a:r>
            <a:r>
              <a:rPr lang="en-US" b="1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1885" y="1825625"/>
            <a:ext cx="76802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66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Prewitt and Sobel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</a:t>
            </a:r>
            <a:r>
              <a:rPr lang="en-US" dirty="0">
                <a:solidFill>
                  <a:srgbClr val="C00000"/>
                </a:solidFill>
              </a:rPr>
              <a:t>derivatives</a:t>
            </a:r>
            <a:r>
              <a:rPr lang="en-US" dirty="0"/>
              <a:t> in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/>
              <a:t>y </a:t>
            </a:r>
            <a:r>
              <a:rPr lang="en-US" dirty="0"/>
              <a:t>directions </a:t>
            </a:r>
          </a:p>
          <a:p>
            <a:r>
              <a:rPr lang="en-US" dirty="0"/>
              <a:t>Find </a:t>
            </a:r>
            <a:r>
              <a:rPr lang="en-US" dirty="0">
                <a:solidFill>
                  <a:srgbClr val="C00000"/>
                </a:solidFill>
              </a:rPr>
              <a:t>gradient magnitude </a:t>
            </a:r>
          </a:p>
          <a:p>
            <a:r>
              <a:rPr lang="en-US" dirty="0">
                <a:solidFill>
                  <a:srgbClr val="C00000"/>
                </a:solidFill>
              </a:rPr>
              <a:t>Threshold</a:t>
            </a:r>
            <a:r>
              <a:rPr lang="en-US" dirty="0"/>
              <a:t> gradient magnitude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81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33996" cy="1325563"/>
          </a:xfrm>
        </p:spPr>
        <p:txBody>
          <a:bodyPr/>
          <a:lstStyle/>
          <a:p>
            <a:r>
              <a:rPr lang="en-US" b="1" dirty="0"/>
              <a:t>First derivative edge operator (</a:t>
            </a:r>
            <a:r>
              <a:rPr lang="en-US" b="1" dirty="0" err="1"/>
              <a:t>con’t</a:t>
            </a:r>
            <a:r>
              <a:rPr lang="en-US" b="1" dirty="0"/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5066" y="1825625"/>
            <a:ext cx="65738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00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883" y="1825625"/>
            <a:ext cx="75502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4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 of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single row or column of the image </a:t>
            </a:r>
          </a:p>
          <a:p>
            <a:pPr lvl="1"/>
            <a:r>
              <a:rPr lang="en-US" dirty="0"/>
              <a:t>Plotting intensity as a function of position gives a signal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05" y="2897630"/>
            <a:ext cx="7117869" cy="315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82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 of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filters respond strongly to noise</a:t>
            </a:r>
          </a:p>
          <a:p>
            <a:pPr lvl="1"/>
            <a:r>
              <a:rPr lang="en-US" dirty="0"/>
              <a:t>Image noise results in </a:t>
            </a:r>
            <a:r>
              <a:rPr lang="en-US" dirty="0">
                <a:solidFill>
                  <a:srgbClr val="C00000"/>
                </a:solidFill>
              </a:rPr>
              <a:t>pixels that look very different from their neighbors</a:t>
            </a:r>
          </a:p>
          <a:p>
            <a:pPr lvl="1"/>
            <a:r>
              <a:rPr lang="en-US" dirty="0"/>
              <a:t>Generally, the larger the noise the stronger the response</a:t>
            </a:r>
          </a:p>
          <a:p>
            <a:pPr lvl="1"/>
            <a:endParaRPr lang="en-US" dirty="0"/>
          </a:p>
          <a:p>
            <a:r>
              <a:rPr lang="en-US" dirty="0"/>
              <a:t>What can we do about it?</a:t>
            </a:r>
          </a:p>
        </p:txBody>
      </p:sp>
    </p:spTree>
    <p:extLst>
      <p:ext uri="{BB962C8B-B14F-4D97-AF65-F5344CB8AC3E}">
        <p14:creationId xmlns:p14="http://schemas.microsoft.com/office/powerpoint/2010/main" val="1022039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24354"/>
            <a:ext cx="8124802" cy="462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60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Solution: Smoothen First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2703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186354"/>
            <a:ext cx="7832867" cy="304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7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3600" b="1" dirty="0">
                <a:solidFill>
                  <a:srgbClr val="1A1A1A"/>
                </a:solidFill>
                <a:latin typeface="Arial" panose="020B0604020202020204" pitchFamily="34" charset="0"/>
              </a:rPr>
              <a:t>Derivative Theorem of Convolution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32196"/>
            <a:ext cx="7886700" cy="4351338"/>
          </a:xfrm>
        </p:spPr>
        <p:txBody>
          <a:bodyPr/>
          <a:lstStyle/>
          <a:p>
            <a:r>
              <a:rPr lang="en-US" dirty="0"/>
              <a:t>Differentiation is convolution, and convolution is </a:t>
            </a:r>
            <a:r>
              <a:rPr lang="en-US" dirty="0">
                <a:solidFill>
                  <a:srgbClr val="C00000"/>
                </a:solidFill>
              </a:rPr>
              <a:t>associative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91" y="2517165"/>
            <a:ext cx="5571516" cy="7096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39" y="3333651"/>
            <a:ext cx="5340961" cy="3348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3100" y="3681826"/>
            <a:ext cx="2892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This saves us one operation!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94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 of a Gaussian Filter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873" y="2215226"/>
            <a:ext cx="7886700" cy="285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93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Tradeoff between Smoothing and Localization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Smoothed derivative removes noise, but blurs edge. Also finds edges at different “scales”.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44" y="2728117"/>
            <a:ext cx="7257162" cy="307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0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12177" y="1781787"/>
            <a:ext cx="77724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Second Derivative Edge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81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Derivative Edge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get horizontal and vertical edges we look at 2nd derivative in both </a:t>
            </a:r>
            <a:r>
              <a:rPr lang="en-US" sz="2400" i="1" dirty="0"/>
              <a:t>x </a:t>
            </a:r>
            <a:r>
              <a:rPr lang="en-US" sz="2400" dirty="0"/>
              <a:t>and </a:t>
            </a:r>
            <a:r>
              <a:rPr lang="en-US" sz="2400" i="1" dirty="0"/>
              <a:t>y </a:t>
            </a:r>
            <a:r>
              <a:rPr lang="en-US" sz="2400" dirty="0"/>
              <a:t>directions. This is the Laplacian of </a:t>
            </a:r>
            <a:r>
              <a:rPr lang="en-US" sz="2400" i="1" dirty="0">
                <a:solidFill>
                  <a:srgbClr val="C00000"/>
                </a:solidFill>
              </a:rPr>
              <a:t>I</a:t>
            </a:r>
            <a:r>
              <a:rPr lang="en-US" sz="2400" i="1" dirty="0"/>
              <a:t> </a:t>
            </a:r>
            <a:r>
              <a:rPr lang="en-US" sz="2400" dirty="0"/>
              <a:t>: 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93" y="1573214"/>
            <a:ext cx="7162800" cy="29372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748" y="5564553"/>
            <a:ext cx="18859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3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Second Derivative Edge Operators (cont.)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482723"/>
            <a:ext cx="809331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Laplacian is linear and rotationally symmetric </a:t>
            </a:r>
          </a:p>
          <a:p>
            <a:r>
              <a:rPr lang="en-US" sz="2400" dirty="0"/>
              <a:t>Again we need to consider about smoothing the image with a Gaussian filter. It is well known that  </a:t>
            </a:r>
            <a:r>
              <a:rPr lang="en-US" sz="2400" dirty="0">
                <a:solidFill>
                  <a:srgbClr val="C00000"/>
                </a:solidFill>
              </a:rPr>
              <a:t>𝛻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(𝐺 ⊗ 𝐼) = 𝛻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𝐺 ⊗ 𝐼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𝛻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𝐺 </a:t>
            </a:r>
            <a:r>
              <a:rPr lang="en-US" sz="2400" dirty="0"/>
              <a:t>is known as the </a:t>
            </a:r>
            <a:r>
              <a:rPr lang="en-US" sz="2400" b="1" dirty="0"/>
              <a:t>Laplacian of the Gaussian (</a:t>
            </a:r>
            <a:r>
              <a:rPr lang="en-US" sz="2400" b="1" dirty="0" err="1"/>
              <a:t>LoG</a:t>
            </a:r>
            <a:r>
              <a:rPr lang="en-US" sz="2400" b="1" dirty="0"/>
              <a:t>) </a:t>
            </a:r>
            <a:r>
              <a:rPr lang="en-US" sz="2400" dirty="0"/>
              <a:t>operator 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58392"/>
            <a:ext cx="8198827" cy="286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83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Second Derivative Edge Operators (cont.)</a:t>
            </a:r>
            <a:endParaRPr lang="en-US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370" y="1482725"/>
            <a:ext cx="69072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97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LoG</a:t>
            </a:r>
            <a:r>
              <a:rPr lang="en-US" b="1" dirty="0"/>
              <a:t> Operator – An 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115" y="1658508"/>
            <a:ext cx="6867763" cy="451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42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Derivative Edge Operators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1698"/>
          </a:xfrm>
        </p:spPr>
        <p:txBody>
          <a:bodyPr>
            <a:normAutofit/>
          </a:bodyPr>
          <a:lstStyle/>
          <a:p>
            <a:r>
              <a:rPr lang="en-US" sz="2400" dirty="0"/>
              <a:t>This operator became widely used, because…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Researchers found receptive fields in animals that behaved like this operator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operator was symmetric – you find edges in all orientations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Zero crossings of the 2nd derivative always form closed contours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298" y="3147646"/>
            <a:ext cx="3729382" cy="158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80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However…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 there are some </a:t>
            </a:r>
            <a:r>
              <a:rPr lang="en-US" b="1" dirty="0">
                <a:solidFill>
                  <a:srgbClr val="FF0000"/>
                </a:solidFill>
              </a:rPr>
              <a:t>problems</a:t>
            </a:r>
            <a:r>
              <a:rPr lang="en-US" dirty="0"/>
              <a:t>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Being a 2nd derivative operator, the </a:t>
            </a:r>
            <a:r>
              <a:rPr lang="en-US" dirty="0">
                <a:solidFill>
                  <a:srgbClr val="00B050"/>
                </a:solidFill>
              </a:rPr>
              <a:t>influence of noise </a:t>
            </a:r>
            <a:r>
              <a:rPr lang="en-US" dirty="0"/>
              <a:t>is considerable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There are many </a:t>
            </a:r>
            <a:r>
              <a:rPr lang="en-US" dirty="0">
                <a:solidFill>
                  <a:srgbClr val="00B050"/>
                </a:solidFill>
              </a:rPr>
              <a:t>other types of receptive fields </a:t>
            </a:r>
            <a:r>
              <a:rPr lang="en-US" dirty="0"/>
              <a:t>in the eye, so this is not the whole story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Always generating closed contours is </a:t>
            </a:r>
            <a:r>
              <a:rPr lang="en-US" dirty="0">
                <a:solidFill>
                  <a:srgbClr val="00B050"/>
                </a:solidFill>
              </a:rPr>
              <a:t>not realistic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It will mark edges at some locations which are not edges (</a:t>
            </a:r>
            <a:r>
              <a:rPr lang="en-US" dirty="0">
                <a:solidFill>
                  <a:srgbClr val="00B050"/>
                </a:solidFill>
              </a:rPr>
              <a:t>false positive</a:t>
            </a:r>
            <a:r>
              <a:rPr lang="en-US" dirty="0"/>
              <a:t>)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59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Designing an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28913"/>
            <a:ext cx="7886700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Criteria for a good edge detector: 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Good detection: </a:t>
            </a:r>
            <a:r>
              <a:rPr lang="en-US" sz="2000" dirty="0"/>
              <a:t>the optimal detector should find all real edges, ignoring noise or other artifacts </a:t>
            </a:r>
          </a:p>
          <a:p>
            <a:pPr marL="0" indent="0">
              <a:buNone/>
            </a:pPr>
            <a:r>
              <a:rPr lang="en-US" sz="2000" b="1" dirty="0"/>
              <a:t>Good localization </a:t>
            </a: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the edges detected must be as close as possible to the true edges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the detector must return one point only for each true edge point 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29" y="4345163"/>
            <a:ext cx="5204680" cy="21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68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Canny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3485"/>
            <a:ext cx="7886700" cy="4673478"/>
          </a:xfrm>
        </p:spPr>
        <p:txBody>
          <a:bodyPr>
            <a:normAutofit fontScale="92500"/>
          </a:bodyPr>
          <a:lstStyle/>
          <a:p>
            <a:r>
              <a:rPr lang="en-US" dirty="0"/>
              <a:t>This is the current ‘standard’ and is used widely</a:t>
            </a:r>
          </a:p>
          <a:p>
            <a:r>
              <a:rPr lang="en-US" dirty="0"/>
              <a:t>Devised by John Canny as part of his Masters thesis at MIT in 1983</a:t>
            </a:r>
          </a:p>
          <a:p>
            <a:r>
              <a:rPr lang="en-US" dirty="0"/>
              <a:t>He treated edge detection as an optimization problem – maximize the detection of step edges in the presence of noise. The </a:t>
            </a:r>
            <a:r>
              <a:rPr lang="en-US" dirty="0">
                <a:solidFill>
                  <a:srgbClr val="C00000"/>
                </a:solidFill>
              </a:rPr>
              <a:t>optimization criteria </a:t>
            </a:r>
            <a:r>
              <a:rPr lang="en-US" dirty="0"/>
              <a:t>are: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Good Detection</a:t>
            </a:r>
            <a:r>
              <a:rPr lang="en-US" sz="2800" dirty="0"/>
              <a:t>- </a:t>
            </a:r>
            <a:r>
              <a:rPr lang="en-US" dirty="0"/>
              <a:t>The optimal detector must minimize the probability of false positives as well as false negatives. 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Good Localization</a:t>
            </a:r>
            <a:r>
              <a:rPr lang="en-US" sz="2800" dirty="0"/>
              <a:t>- </a:t>
            </a:r>
            <a:r>
              <a:rPr lang="en-US" dirty="0"/>
              <a:t>The edges detected must be as close as possible to the true edges. 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Single Response Constraint</a:t>
            </a:r>
            <a:r>
              <a:rPr lang="en-US" sz="2800" dirty="0"/>
              <a:t>- </a:t>
            </a:r>
            <a:r>
              <a:rPr lang="en-US" dirty="0"/>
              <a:t>The detector must return one point only for each edge point. </a:t>
            </a:r>
          </a:p>
        </p:txBody>
      </p:sp>
    </p:spTree>
    <p:extLst>
      <p:ext uri="{BB962C8B-B14F-4D97-AF65-F5344CB8AC3E}">
        <p14:creationId xmlns:p14="http://schemas.microsoft.com/office/powerpoint/2010/main" val="358830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Canny Edge Detector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324" y="1825625"/>
            <a:ext cx="6151351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6769080" y="2387520"/>
              <a:ext cx="1467360" cy="1296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9720" y="2378160"/>
                <a:ext cx="1486080" cy="13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3201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Canny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b="1" baseline="30000" dirty="0">
                <a:solidFill>
                  <a:srgbClr val="0070C0"/>
                </a:solidFill>
              </a:rPr>
              <a:t>st</a:t>
            </a:r>
            <a:r>
              <a:rPr lang="en-US" b="1" dirty="0">
                <a:solidFill>
                  <a:srgbClr val="0070C0"/>
                </a:solidFill>
              </a:rPr>
              <a:t> step: </a:t>
            </a:r>
            <a:r>
              <a:rPr lang="en-US" b="1" dirty="0"/>
              <a:t>Smoothing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2</a:t>
            </a:r>
            <a:r>
              <a:rPr lang="en-US" b="1" baseline="30000" dirty="0">
                <a:solidFill>
                  <a:srgbClr val="0070C0"/>
                </a:solidFill>
              </a:rPr>
              <a:t>nd</a:t>
            </a:r>
            <a:r>
              <a:rPr lang="en-US" b="1" dirty="0">
                <a:solidFill>
                  <a:srgbClr val="0070C0"/>
                </a:solidFill>
              </a:rPr>
              <a:t> step: </a:t>
            </a:r>
            <a:r>
              <a:rPr lang="en-US" b="1" dirty="0"/>
              <a:t>Derivative</a:t>
            </a:r>
          </a:p>
          <a:p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3" y="2282030"/>
            <a:ext cx="3376616" cy="391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973" y="1615430"/>
            <a:ext cx="2772788" cy="916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r="52213"/>
          <a:stretch/>
        </p:blipFill>
        <p:spPr>
          <a:xfrm>
            <a:off x="1003196" y="3421001"/>
            <a:ext cx="3020890" cy="16169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523" y="3341473"/>
            <a:ext cx="4522689" cy="25050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63782" r="-361"/>
          <a:stretch/>
        </p:blipFill>
        <p:spPr>
          <a:xfrm>
            <a:off x="1463671" y="5037992"/>
            <a:ext cx="2312377" cy="16169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3718650" y="1999991"/>
              <a:ext cx="1341323" cy="4129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9288" y="1990631"/>
                <a:ext cx="1360048" cy="43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051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Canny Edge Detector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27851"/>
            <a:ext cx="7886700" cy="39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Canny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magnitude and direction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44" y="3028919"/>
            <a:ext cx="5148263" cy="24186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213649"/>
            <a:ext cx="2624870" cy="171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81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375" y="704144"/>
            <a:ext cx="2145116" cy="2408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795" y="4375906"/>
            <a:ext cx="6214696" cy="22692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95" y="1586036"/>
            <a:ext cx="2494657" cy="18599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/>
              <p14:cNvContentPartPr/>
              <p14:nvPr/>
            </p14:nvContentPartPr>
            <p14:xfrm>
              <a:off x="3073320" y="3168720"/>
              <a:ext cx="3518280" cy="118152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3960" y="3159360"/>
                <a:ext cx="3537000" cy="12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85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 Orientation at Each Pixel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 at minimum level </a:t>
            </a:r>
          </a:p>
          <a:p>
            <a:r>
              <a:rPr lang="en-US" dirty="0"/>
              <a:t>Get orientation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theta = atan2(</a:t>
            </a:r>
            <a:r>
              <a:rPr lang="en-US" dirty="0" err="1">
                <a:solidFill>
                  <a:srgbClr val="0070C0"/>
                </a:solidFill>
              </a:rPr>
              <a:t>gy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gx</a:t>
            </a:r>
            <a:r>
              <a:rPr lang="en-US" dirty="0">
                <a:solidFill>
                  <a:srgbClr val="0070C0"/>
                </a:solidFill>
              </a:rPr>
              <a:t>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283" y="2352186"/>
            <a:ext cx="3929136" cy="39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580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lang="en-US" b="1" baseline="30000" dirty="0">
                <a:solidFill>
                  <a:srgbClr val="0070C0"/>
                </a:solidFill>
              </a:rPr>
              <a:t>rd</a:t>
            </a:r>
            <a:r>
              <a:rPr lang="en-US" b="1" dirty="0">
                <a:solidFill>
                  <a:srgbClr val="0070C0"/>
                </a:solidFill>
              </a:rPr>
              <a:t> step:</a:t>
            </a:r>
            <a:r>
              <a:rPr lang="en-US" b="1" dirty="0"/>
              <a:t> Non-maximum Suppression for Each Orientation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23626"/>
            <a:ext cx="7886700" cy="395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46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Non-maximum suppression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13" y="1776759"/>
            <a:ext cx="3291987" cy="3242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43" y="1782755"/>
            <a:ext cx="3236302" cy="3236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3575" y="5086487"/>
            <a:ext cx="1005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9684" y="5086487"/>
            <a:ext cx="785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130261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4</a:t>
            </a:r>
            <a:r>
              <a:rPr lang="en-US" b="1" baseline="30000" dirty="0">
                <a:solidFill>
                  <a:srgbClr val="0070C0"/>
                </a:solidFill>
              </a:rPr>
              <a:t>th</a:t>
            </a:r>
            <a:r>
              <a:rPr lang="en-US" b="1" dirty="0">
                <a:solidFill>
                  <a:srgbClr val="0070C0"/>
                </a:solidFill>
              </a:rPr>
              <a:t> step:</a:t>
            </a:r>
            <a:r>
              <a:rPr lang="en-US" dirty="0"/>
              <a:t> </a:t>
            </a:r>
            <a:r>
              <a:rPr lang="en-US" b="1" dirty="0"/>
              <a:t>Hysteresis </a:t>
            </a:r>
            <a:r>
              <a:rPr lang="en-US" b="1" dirty="0" err="1"/>
              <a:t>thresholding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If the gradient magnitude value at a pixel is </a:t>
            </a:r>
            <a:r>
              <a:rPr lang="en-US" dirty="0"/>
              <a:t>above </a:t>
            </a:r>
            <a:r>
              <a:rPr lang="en-US" dirty="0">
                <a:solidFill>
                  <a:srgbClr val="00B050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High</a:t>
            </a:r>
            <a:r>
              <a:rPr lang="en-US" dirty="0">
                <a:solidFill>
                  <a:srgbClr val="00B050"/>
                </a:solidFill>
              </a:rPr>
              <a:t>”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declare it as an ‘</a:t>
            </a:r>
            <a:r>
              <a:rPr lang="en-US" b="1" dirty="0"/>
              <a:t>edge pixel</a:t>
            </a:r>
            <a:r>
              <a:rPr lang="en-US" dirty="0"/>
              <a:t>’ </a:t>
            </a:r>
          </a:p>
          <a:p>
            <a:r>
              <a:rPr lang="en-US" dirty="0"/>
              <a:t>below </a:t>
            </a:r>
            <a:r>
              <a:rPr lang="en-US" dirty="0">
                <a:solidFill>
                  <a:srgbClr val="FFC000"/>
                </a:solidFill>
              </a:rPr>
              <a:t>“</a:t>
            </a:r>
            <a:r>
              <a:rPr lang="en-US" b="1" dirty="0">
                <a:solidFill>
                  <a:srgbClr val="FFC000"/>
                </a:solidFill>
              </a:rPr>
              <a:t>Low</a:t>
            </a:r>
            <a:r>
              <a:rPr lang="en-US" dirty="0">
                <a:solidFill>
                  <a:srgbClr val="FFC000"/>
                </a:solidFill>
              </a:rPr>
              <a:t>”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declare it as a “</a:t>
            </a:r>
            <a:r>
              <a:rPr lang="en-US" b="1" dirty="0"/>
              <a:t>non-edge-pixel</a:t>
            </a:r>
            <a:r>
              <a:rPr lang="en-US" dirty="0"/>
              <a:t>”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between</a:t>
            </a:r>
            <a:r>
              <a:rPr lang="en-US" sz="2800" b="1" dirty="0"/>
              <a:t> </a:t>
            </a:r>
            <a:r>
              <a:rPr lang="en-US" sz="2800" dirty="0"/>
              <a:t>“low” and “high”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Consider its neighbors iteratively then declare it an “edge pixel” if it is </a:t>
            </a:r>
            <a:r>
              <a:rPr lang="en-US" b="1" dirty="0"/>
              <a:t>connected </a:t>
            </a:r>
            <a:r>
              <a:rPr lang="en-US" dirty="0"/>
              <a:t>to an ‘edge pixel’ </a:t>
            </a:r>
            <a:r>
              <a:rPr lang="en-US" b="1" dirty="0"/>
              <a:t>directly </a:t>
            </a:r>
            <a:r>
              <a:rPr lang="en-US" dirty="0"/>
              <a:t>or via pixels </a:t>
            </a:r>
            <a:r>
              <a:rPr lang="en-US" b="1" dirty="0"/>
              <a:t>between </a:t>
            </a:r>
            <a:r>
              <a:rPr lang="en-US" dirty="0"/>
              <a:t>“low” and “high”.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721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Hysteresis </a:t>
            </a:r>
            <a:r>
              <a:rPr lang="en-US" b="1" dirty="0" err="1"/>
              <a:t>thresholding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Connectedness?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71875"/>
            <a:ext cx="7858579" cy="27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11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Hysteresis </a:t>
            </a:r>
            <a:r>
              <a:rPr lang="en-US" b="1" dirty="0" err="1"/>
              <a:t>thresholding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602995"/>
            <a:ext cx="7886700" cy="279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43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Hysteresis </a:t>
            </a:r>
            <a:r>
              <a:rPr lang="en-US" b="1" dirty="0" err="1"/>
              <a:t>thresholding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 the image from left to right, top-bottom.</a:t>
            </a:r>
          </a:p>
          <a:p>
            <a:pPr lvl="1"/>
            <a:r>
              <a:rPr lang="en-US" dirty="0"/>
              <a:t>The gradient magnitude at a pixel is above a high threshold declare that as an edge point</a:t>
            </a:r>
          </a:p>
          <a:p>
            <a:pPr lvl="1"/>
            <a:r>
              <a:rPr lang="en-US" dirty="0"/>
              <a:t>Then recursively consider the neighbors of this pixel.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If the gradient magnitude is above the low threshold declare that as an edge pixel.</a:t>
            </a:r>
          </a:p>
        </p:txBody>
      </p:sp>
    </p:spTree>
    <p:extLst>
      <p:ext uri="{BB962C8B-B14F-4D97-AF65-F5344CB8AC3E}">
        <p14:creationId xmlns:p14="http://schemas.microsoft.com/office/powerpoint/2010/main" val="34886289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Hysteresis </a:t>
            </a:r>
            <a:r>
              <a:rPr lang="en-US" b="1" dirty="0" err="1"/>
              <a:t>thresholding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02592"/>
            <a:ext cx="7886700" cy="419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371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Hysteresis </a:t>
            </a:r>
            <a:r>
              <a:rPr lang="en-US" b="1" dirty="0" err="1"/>
              <a:t>thresholding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0675"/>
            <a:ext cx="7886700" cy="4586288"/>
          </a:xfrm>
        </p:spPr>
        <p:txBody>
          <a:bodyPr>
            <a:normAutofit/>
          </a:bodyPr>
          <a:lstStyle/>
          <a:p>
            <a:r>
              <a:rPr lang="en-US" sz="2400" dirty="0"/>
              <a:t>Threshold at low/high levels to get weak/strong edge pixels</a:t>
            </a:r>
          </a:p>
          <a:p>
            <a:r>
              <a:rPr lang="en-US" sz="2400" dirty="0"/>
              <a:t>Do connected components, starting from strong edge pixels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2565450"/>
            <a:ext cx="3890963" cy="387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121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Canny Edges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114466"/>
            <a:ext cx="7886700" cy="377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19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 of σ (Gaussian kernel spread/size)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8472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choice of σ </a:t>
            </a:r>
            <a:r>
              <a:rPr lang="en-US" dirty="0"/>
              <a:t>depends on desired behavior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large σ detects large scale edges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small σ detects fine features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825625"/>
            <a:ext cx="7534275" cy="28786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562" y="5545592"/>
            <a:ext cx="2772788" cy="91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72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995362"/>
            <a:ext cx="8105776" cy="508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041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57262"/>
            <a:ext cx="8128791" cy="49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12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857250"/>
            <a:ext cx="8322086" cy="506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182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with Gradient Based Edge Detectors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99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You have to choose threshold values. 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 you double the size of an image leaving its grey values unchanged, all the gradient values will be halved…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You have to choose the amount of Gaussian smoothing </a:t>
            </a:r>
            <a:r>
              <a:rPr lang="en-US" dirty="0"/>
              <a:t>(also known as the </a:t>
            </a:r>
            <a:r>
              <a:rPr lang="en-US" dirty="0">
                <a:solidFill>
                  <a:srgbClr val="0070C0"/>
                </a:solidFill>
              </a:rPr>
              <a:t>scale of analysis</a:t>
            </a:r>
            <a:r>
              <a:rPr lang="en-US" dirty="0"/>
              <a:t>). </a:t>
            </a:r>
          </a:p>
          <a:p>
            <a:pPr marL="457200" lvl="1" indent="0">
              <a:buNone/>
            </a:pPr>
            <a:r>
              <a:rPr lang="en-US" dirty="0"/>
              <a:t>This also affects gradients and hence the choice of threshold values. Also affects the perceived feature positions.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Corners are often missed </a:t>
            </a:r>
            <a:r>
              <a:rPr lang="en-US" dirty="0"/>
              <a:t>because the 1D gradient at corners is usually small.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1st derivative operators will only find step-like features. </a:t>
            </a:r>
            <a:r>
              <a:rPr lang="en-US" dirty="0"/>
              <a:t>There are many feature types, e.g. lines. 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There are still new edge detection methods proposed today, but gradient based methods remain by far the most widely used ones.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80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Edge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only found edge points</a:t>
            </a:r>
          </a:p>
          <a:p>
            <a:r>
              <a:rPr lang="en-US" dirty="0"/>
              <a:t>How can we find and describe more complex features (e.g. straight lines)?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93" y="3141107"/>
            <a:ext cx="7491413" cy="33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932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Each straight line in this image can be described by an equation </a:t>
            </a:r>
          </a:p>
          <a:p>
            <a:r>
              <a:rPr lang="en-US" dirty="0"/>
              <a:t>Each white point if considered in isolation could lie on an infinite number of straight lines </a:t>
            </a:r>
          </a:p>
          <a:p>
            <a:r>
              <a:rPr lang="en-US" dirty="0"/>
              <a:t>The idea of the Hough transform is that each point </a:t>
            </a:r>
            <a:r>
              <a:rPr lang="en-US" dirty="0">
                <a:solidFill>
                  <a:srgbClr val="FF0000"/>
                </a:solidFill>
              </a:rPr>
              <a:t>‘votes’</a:t>
            </a:r>
            <a:r>
              <a:rPr lang="en-US" dirty="0"/>
              <a:t> for every line that could pass through it. </a:t>
            </a:r>
          </a:p>
          <a:p>
            <a:r>
              <a:rPr lang="en-US" dirty="0"/>
              <a:t>The equation of the line that gets most votes </a:t>
            </a:r>
            <a:r>
              <a:rPr lang="en-US" dirty="0">
                <a:solidFill>
                  <a:srgbClr val="FF0000"/>
                </a:solidFill>
              </a:rPr>
              <a:t>‘wins’.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65187" y="1825625"/>
            <a:ext cx="34141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15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and Parameter Spaces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05" y="2762249"/>
            <a:ext cx="3979814" cy="3268339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771575" y="1276756"/>
            <a:ext cx="3238598" cy="490020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686550" y="828675"/>
            <a:ext cx="1680460" cy="723900"/>
            <a:chOff x="6772275" y="1333500"/>
            <a:chExt cx="1680460" cy="723900"/>
          </a:xfrm>
        </p:grpSpPr>
        <p:sp>
          <p:nvSpPr>
            <p:cNvPr id="5" name="TextBox 4"/>
            <p:cNvSpPr txBox="1"/>
            <p:nvPr/>
          </p:nvSpPr>
          <p:spPr>
            <a:xfrm>
              <a:off x="6772275" y="1333500"/>
              <a:ext cx="1680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Still remember?</a:t>
              </a:r>
            </a:p>
          </p:txBody>
        </p:sp>
        <p:cxnSp>
          <p:nvCxnSpPr>
            <p:cNvPr id="7" name="Straight Arrow Connector 6"/>
            <p:cNvCxnSpPr>
              <a:stCxn id="5" idx="2"/>
            </p:cNvCxnSpPr>
            <p:nvPr/>
          </p:nvCxnSpPr>
          <p:spPr>
            <a:xfrm flipH="1">
              <a:off x="7372350" y="1702832"/>
              <a:ext cx="240155" cy="354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2"/>
            </p:cNvCxnSpPr>
            <p:nvPr/>
          </p:nvCxnSpPr>
          <p:spPr>
            <a:xfrm>
              <a:off x="7612505" y="1702832"/>
              <a:ext cx="271462" cy="354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5334000" y="25775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6399" y="2417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8798" y="21936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4924" y="52350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281" y="47131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4289" y="4110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/>
              <p14:cNvContentPartPr/>
              <p14:nvPr/>
            </p14:nvContentPartPr>
            <p14:xfrm>
              <a:off x="5289480" y="2647800"/>
              <a:ext cx="1010160" cy="299124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80120" y="2638440"/>
                <a:ext cx="1028880" cy="30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/>
              <p14:cNvContentPartPr/>
              <p14:nvPr/>
            </p14:nvContentPartPr>
            <p14:xfrm>
              <a:off x="6273720" y="1841400"/>
              <a:ext cx="2127600" cy="309924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64360" y="1832040"/>
                <a:ext cx="2146320" cy="311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493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136" name="latex-image-1.pdf" descr="latex-image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latex-image-13.pdf" descr="latex-image-13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219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178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latex-image-14.pdf" descr="latex-image-14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5344" y="4723805"/>
            <a:ext cx="276820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latex-image-15.pdf" descr="latex-image-15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4422" y="2937867"/>
            <a:ext cx="125016" cy="232172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145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146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148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150" name="Line" descr="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152" name="Line" descr="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154" name="parameters"/>
          <p:cNvSpPr txBox="1"/>
          <p:nvPr/>
        </p:nvSpPr>
        <p:spPr>
          <a:xfrm>
            <a:off x="6451628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155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4154307">
            <a:off x="6439402" y="2253738"/>
            <a:ext cx="285521" cy="151940"/>
          </a:xfrm>
          <a:prstGeom prst="rect">
            <a:avLst/>
          </a:prstGeom>
        </p:spPr>
      </p:pic>
      <p:pic>
        <p:nvPicPr>
          <p:cNvPr id="157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8398650">
            <a:off x="6960268" y="2246010"/>
            <a:ext cx="296423" cy="151940"/>
          </a:xfrm>
          <a:prstGeom prst="rect">
            <a:avLst/>
          </a:prstGeom>
        </p:spPr>
      </p:pic>
      <p:sp>
        <p:nvSpPr>
          <p:cNvPr id="159" name="variables"/>
          <p:cNvSpPr txBox="1"/>
          <p:nvPr/>
        </p:nvSpPr>
        <p:spPr>
          <a:xfrm>
            <a:off x="7063347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pic>
        <p:nvPicPr>
          <p:cNvPr id="160" name="Line" descr="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3818335">
            <a:off x="7531053" y="1706688"/>
            <a:ext cx="290722" cy="151940"/>
          </a:xfrm>
          <a:prstGeom prst="rect">
            <a:avLst/>
          </a:prstGeom>
        </p:spPr>
      </p:pic>
      <p:pic>
        <p:nvPicPr>
          <p:cNvPr id="162" name="Line" descr="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7063589">
            <a:off x="6904720" y="1699733"/>
            <a:ext cx="305850" cy="151940"/>
          </a:xfrm>
          <a:prstGeom prst="rect">
            <a:avLst/>
          </a:prstGeom>
        </p:spPr>
      </p:pic>
      <p:sp>
        <p:nvSpPr>
          <p:cNvPr id="164" name="Line"/>
          <p:cNvSpPr/>
          <p:nvPr/>
        </p:nvSpPr>
        <p:spPr>
          <a:xfrm flipV="1">
            <a:off x="495602" y="3032900"/>
            <a:ext cx="2885861" cy="288586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  <a:tail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165" name="Circle"/>
          <p:cNvSpPr/>
          <p:nvPr/>
        </p:nvSpPr>
        <p:spPr>
          <a:xfrm>
            <a:off x="7357793" y="4223742"/>
            <a:ext cx="78885" cy="7888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166" name="latex-image-18.pdf" descr="latex-image-18.pd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8430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168" name="a line becomes a point"/>
          <p:cNvSpPr txBox="1"/>
          <p:nvPr/>
        </p:nvSpPr>
        <p:spPr>
          <a:xfrm>
            <a:off x="4027435" y="4041400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a line becomes a point</a:t>
            </a:r>
          </a:p>
        </p:txBody>
      </p:sp>
      <p:sp>
        <p:nvSpPr>
          <p:cNvPr id="169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170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</p:spTree>
    <p:extLst>
      <p:ext uri="{BB962C8B-B14F-4D97-AF65-F5344CB8AC3E}">
        <p14:creationId xmlns:p14="http://schemas.microsoft.com/office/powerpoint/2010/main" val="155637037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2924" y="1423104"/>
            <a:ext cx="7570857" cy="495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70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flaw of Hough Transform?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Hough transform described so far has an obvious flaw. Can you think what is the major flaw?</a:t>
            </a:r>
          </a:p>
          <a:p>
            <a:r>
              <a:rPr lang="en-US" b="1" dirty="0"/>
              <a:t>Hint</a:t>
            </a:r>
            <a:r>
              <a:rPr lang="en-US" dirty="0"/>
              <a:t>: vertical line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176" y="2749786"/>
            <a:ext cx="2354238" cy="35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046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1475778"/>
            <a:ext cx="7808926" cy="50012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2692440" y="1936800"/>
              <a:ext cx="2082960" cy="1105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3080" y="1927440"/>
                <a:ext cx="2101680" cy="11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0913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343025"/>
            <a:ext cx="7886700" cy="4714877"/>
          </a:xfrm>
        </p:spPr>
        <p:txBody>
          <a:bodyPr>
            <a:normAutofit/>
          </a:bodyPr>
          <a:lstStyle/>
          <a:p>
            <a:r>
              <a:rPr lang="en-US" sz="2400" dirty="0"/>
              <a:t>In this representation, a line is formed using two parameters: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dirty="0">
                <a:solidFill>
                  <a:srgbClr val="FF0000"/>
                </a:solidFill>
              </a:rPr>
              <a:t>ρ</a:t>
            </a:r>
            <a:r>
              <a:rPr lang="en-US" dirty="0">
                <a:solidFill>
                  <a:srgbClr val="FF0000"/>
                </a:solidFill>
              </a:rPr>
              <a:t> is the length of the normal from the origin (0, 0) onto the line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θ is the angle this normal makes with the x axis.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sz="2400" dirty="0"/>
              <a:t>The angle θ can be only from -90</a:t>
            </a:r>
            <a:r>
              <a:rPr lang="en-US" sz="2400" baseline="30000" dirty="0"/>
              <a:t>o</a:t>
            </a:r>
            <a:r>
              <a:rPr lang="en-US" sz="2400" dirty="0"/>
              <a:t> to +90</a:t>
            </a:r>
            <a:r>
              <a:rPr lang="en-US" sz="2400" baseline="30000" dirty="0"/>
              <a:t>o</a:t>
            </a:r>
            <a:r>
              <a:rPr lang="en-US" sz="2400" dirty="0"/>
              <a:t> and the length p can range from 0 to length of diagonal of the image. These values are </a:t>
            </a:r>
            <a:r>
              <a:rPr lang="en-US" sz="2400" u="sng" dirty="0"/>
              <a:t>finite</a:t>
            </a:r>
            <a:r>
              <a:rPr lang="en-US" sz="2400" dirty="0"/>
              <a:t>, and thus you can "store" them on a computer without much trouble.</a:t>
            </a:r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4592970"/>
            <a:ext cx="1952625" cy="2128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5" y="6381750"/>
            <a:ext cx="5892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http://aishack.in/tutorials/hough-transform-normal/</a:t>
            </a:r>
          </a:p>
        </p:txBody>
      </p:sp>
    </p:spTree>
    <p:extLst>
      <p:ext uri="{BB962C8B-B14F-4D97-AF65-F5344CB8AC3E}">
        <p14:creationId xmlns:p14="http://schemas.microsoft.com/office/powerpoint/2010/main" val="34285203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9601" y="1825625"/>
            <a:ext cx="69247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25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2931" y="1825625"/>
            <a:ext cx="6918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361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Transform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2658" y="1825625"/>
            <a:ext cx="70386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778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33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34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539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40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542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544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546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548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549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550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51" name="a point becomes a wave"/>
          <p:cNvSpPr txBox="1"/>
          <p:nvPr/>
        </p:nvSpPr>
        <p:spPr>
          <a:xfrm>
            <a:off x="4027435" y="4041399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 dirty="0"/>
              <a:t>a point becomes</a:t>
            </a:r>
            <a:r>
              <a:rPr lang="en-US" sz="1687" dirty="0"/>
              <a:t>?</a:t>
            </a:r>
          </a:p>
          <a:p>
            <a:endParaRPr sz="1687" dirty="0"/>
          </a:p>
        </p:txBody>
      </p:sp>
      <p:sp>
        <p:nvSpPr>
          <p:cNvPr id="552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553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pic>
        <p:nvPicPr>
          <p:cNvPr id="554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parameters"/>
          <p:cNvSpPr txBox="1"/>
          <p:nvPr/>
        </p:nvSpPr>
        <p:spPr>
          <a:xfrm>
            <a:off x="5862268" y="1378894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5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56" name="Line" descr="Line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 rot="12757950">
            <a:off x="6410916" y="2244525"/>
            <a:ext cx="519770" cy="151940"/>
          </a:xfrm>
          <a:prstGeom prst="rect">
            <a:avLst/>
          </a:prstGeom>
        </p:spPr>
      </p:pic>
      <p:pic>
        <p:nvPicPr>
          <p:cNvPr id="558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7426333" y="2219695"/>
            <a:ext cx="296423" cy="151940"/>
          </a:xfrm>
          <a:prstGeom prst="rect">
            <a:avLst/>
          </a:prstGeom>
        </p:spPr>
      </p:pic>
      <p:pic>
        <p:nvPicPr>
          <p:cNvPr id="560" name="Line" descr="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 rot="19646030">
            <a:off x="7760701" y="2263945"/>
            <a:ext cx="584614" cy="151940"/>
          </a:xfrm>
          <a:prstGeom prst="rect">
            <a:avLst/>
          </a:prstGeom>
        </p:spPr>
      </p:pic>
      <p:sp>
        <p:nvSpPr>
          <p:cNvPr id="562" name="variables"/>
          <p:cNvSpPr txBox="1"/>
          <p:nvPr/>
        </p:nvSpPr>
        <p:spPr>
          <a:xfrm>
            <a:off x="6977837" y="2428583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pic>
        <p:nvPicPr>
          <p:cNvPr id="563" name="Line" descr="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 rot="3818335">
            <a:off x="6727381" y="1710354"/>
            <a:ext cx="290722" cy="151940"/>
          </a:xfrm>
          <a:prstGeom prst="rect">
            <a:avLst/>
          </a:prstGeom>
        </p:spPr>
      </p:pic>
      <p:pic>
        <p:nvPicPr>
          <p:cNvPr id="565" name="Line" descr="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 rot="7063589">
            <a:off x="5654564" y="1699942"/>
            <a:ext cx="305850" cy="151940"/>
          </a:xfrm>
          <a:prstGeom prst="rect">
            <a:avLst/>
          </a:prstGeom>
        </p:spPr>
      </p:pic>
      <p:pic>
        <p:nvPicPr>
          <p:cNvPr id="567" name="latex-image-10.pdf" descr="latex-image-10.pd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2914" y="2942332"/>
            <a:ext cx="160735" cy="223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latex-image-9.pdf" descr="latex-image-9.pd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1172" y="6024016"/>
            <a:ext cx="142876" cy="2411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Image" descr="Image">
            <a:extLst>
              <a:ext uri="{FF2B5EF4-FFF2-40B4-BE49-F238E27FC236}">
                <a16:creationId xmlns:a16="http://schemas.microsoft.com/office/drawing/2014/main" id="{FFCCA782-A6A4-48E8-809F-4817147D6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69" t="62408" r="5316" b="9967"/>
          <a:stretch/>
        </p:blipFill>
        <p:spPr>
          <a:xfrm>
            <a:off x="5889059" y="4054078"/>
            <a:ext cx="2744673" cy="106834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Image" descr="Image">
            <a:extLst>
              <a:ext uri="{FF2B5EF4-FFF2-40B4-BE49-F238E27FC236}">
                <a16:creationId xmlns:a16="http://schemas.microsoft.com/office/drawing/2014/main" id="{42F7E120-B780-4E0D-8C74-5E269E8930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75" t="44584" r="68103" b="33073"/>
          <a:stretch/>
        </p:blipFill>
        <p:spPr>
          <a:xfrm>
            <a:off x="5616274" y="3710115"/>
            <a:ext cx="697015" cy="86406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5836525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33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34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539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40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542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544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546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548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549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550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51" name="a point becomes a wave"/>
          <p:cNvSpPr txBox="1"/>
          <p:nvPr/>
        </p:nvSpPr>
        <p:spPr>
          <a:xfrm>
            <a:off x="4027435" y="4041400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a point becomes a wave</a:t>
            </a:r>
          </a:p>
        </p:txBody>
      </p:sp>
      <p:sp>
        <p:nvSpPr>
          <p:cNvPr id="552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553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pic>
        <p:nvPicPr>
          <p:cNvPr id="554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parameters"/>
          <p:cNvSpPr txBox="1"/>
          <p:nvPr/>
        </p:nvSpPr>
        <p:spPr>
          <a:xfrm>
            <a:off x="5862268" y="1378894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5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56" name="Line" descr="Line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 rot="12757950">
            <a:off x="6410916" y="2244525"/>
            <a:ext cx="519770" cy="151940"/>
          </a:xfrm>
          <a:prstGeom prst="rect">
            <a:avLst/>
          </a:prstGeom>
        </p:spPr>
      </p:pic>
      <p:pic>
        <p:nvPicPr>
          <p:cNvPr id="558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7426333" y="2219695"/>
            <a:ext cx="296423" cy="151940"/>
          </a:xfrm>
          <a:prstGeom prst="rect">
            <a:avLst/>
          </a:prstGeom>
        </p:spPr>
      </p:pic>
      <p:pic>
        <p:nvPicPr>
          <p:cNvPr id="560" name="Line" descr="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 rot="19646030">
            <a:off x="7760701" y="2263945"/>
            <a:ext cx="584614" cy="151940"/>
          </a:xfrm>
          <a:prstGeom prst="rect">
            <a:avLst/>
          </a:prstGeom>
        </p:spPr>
      </p:pic>
      <p:sp>
        <p:nvSpPr>
          <p:cNvPr id="562" name="variables"/>
          <p:cNvSpPr txBox="1"/>
          <p:nvPr/>
        </p:nvSpPr>
        <p:spPr>
          <a:xfrm>
            <a:off x="6977837" y="2428583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pic>
        <p:nvPicPr>
          <p:cNvPr id="563" name="Line" descr="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 rot="3818335">
            <a:off x="6727381" y="1710354"/>
            <a:ext cx="290722" cy="151940"/>
          </a:xfrm>
          <a:prstGeom prst="rect">
            <a:avLst/>
          </a:prstGeom>
        </p:spPr>
      </p:pic>
      <p:pic>
        <p:nvPicPr>
          <p:cNvPr id="565" name="Line" descr="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 rot="7063589">
            <a:off x="5654564" y="1699942"/>
            <a:ext cx="305850" cy="151940"/>
          </a:xfrm>
          <a:prstGeom prst="rect">
            <a:avLst/>
          </a:prstGeom>
        </p:spPr>
      </p:pic>
      <p:pic>
        <p:nvPicPr>
          <p:cNvPr id="567" name="latex-image-10.pdf" descr="latex-image-10.pd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2914" y="2942332"/>
            <a:ext cx="160735" cy="223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latex-image-9.pdf" descr="latex-image-9.pd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1172" y="6024016"/>
            <a:ext cx="142876" cy="2411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0187633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72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577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78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580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582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584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586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587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89" name="a line…"/>
          <p:cNvSpPr txBox="1"/>
          <p:nvPr/>
        </p:nvSpPr>
        <p:spPr>
          <a:xfrm>
            <a:off x="4027435" y="4041399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 dirty="0"/>
              <a:t>a line</a:t>
            </a:r>
          </a:p>
          <a:p>
            <a:pPr>
              <a:defRPr sz="2400"/>
            </a:pPr>
            <a:r>
              <a:rPr lang="en-US" sz="1687" dirty="0"/>
              <a:t>b</a:t>
            </a:r>
            <a:r>
              <a:rPr sz="1687" dirty="0"/>
              <a:t>ecomes</a:t>
            </a:r>
            <a:r>
              <a:rPr lang="en-US" sz="1687" dirty="0"/>
              <a:t>?</a:t>
            </a:r>
          </a:p>
          <a:p>
            <a:pPr>
              <a:defRPr sz="2400"/>
            </a:pPr>
            <a:endParaRPr sz="1687" dirty="0"/>
          </a:p>
        </p:txBody>
      </p:sp>
      <p:sp>
        <p:nvSpPr>
          <p:cNvPr id="590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591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592" name="Line"/>
          <p:cNvSpPr/>
          <p:nvPr/>
        </p:nvSpPr>
        <p:spPr>
          <a:xfrm flipH="1">
            <a:off x="2487767" y="3557894"/>
            <a:ext cx="1" cy="1876577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93" name="Line"/>
          <p:cNvSpPr/>
          <p:nvPr/>
        </p:nvSpPr>
        <p:spPr>
          <a:xfrm>
            <a:off x="2153084" y="4596381"/>
            <a:ext cx="334683" cy="858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pic>
        <p:nvPicPr>
          <p:cNvPr id="595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024647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72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577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578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580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582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584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586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587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89" name="a line…"/>
          <p:cNvSpPr txBox="1"/>
          <p:nvPr/>
        </p:nvSpPr>
        <p:spPr>
          <a:xfrm>
            <a:off x="4027435" y="4041400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a line</a:t>
            </a:r>
          </a:p>
          <a:p>
            <a:pPr>
              <a:defRPr sz="2400"/>
            </a:pPr>
            <a:r>
              <a:rPr sz="1687"/>
              <a:t>becomes a point</a:t>
            </a:r>
          </a:p>
        </p:txBody>
      </p:sp>
      <p:sp>
        <p:nvSpPr>
          <p:cNvPr id="590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591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592" name="Line"/>
          <p:cNvSpPr/>
          <p:nvPr/>
        </p:nvSpPr>
        <p:spPr>
          <a:xfrm flipH="1">
            <a:off x="2487767" y="3557894"/>
            <a:ext cx="1" cy="1876577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93" name="Line"/>
          <p:cNvSpPr/>
          <p:nvPr/>
        </p:nvSpPr>
        <p:spPr>
          <a:xfrm>
            <a:off x="2153083" y="4596381"/>
            <a:ext cx="357034" cy="915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594" name="Circle"/>
          <p:cNvSpPr/>
          <p:nvPr/>
        </p:nvSpPr>
        <p:spPr>
          <a:xfrm>
            <a:off x="5318989" y="4223742"/>
            <a:ext cx="78886" cy="7888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595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57258648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99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604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605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607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609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611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613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614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16" name="a line…"/>
          <p:cNvSpPr txBox="1"/>
          <p:nvPr/>
        </p:nvSpPr>
        <p:spPr>
          <a:xfrm>
            <a:off x="4027435" y="4041399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 dirty="0"/>
              <a:t>a line</a:t>
            </a:r>
          </a:p>
          <a:p>
            <a:pPr>
              <a:defRPr sz="2400"/>
            </a:pPr>
            <a:r>
              <a:rPr lang="en-US" sz="1687" dirty="0"/>
              <a:t>b</a:t>
            </a:r>
            <a:r>
              <a:rPr sz="1687" dirty="0"/>
              <a:t>ecomes</a:t>
            </a:r>
            <a:r>
              <a:rPr lang="en-US" sz="1687" dirty="0"/>
              <a:t>?</a:t>
            </a:r>
          </a:p>
          <a:p>
            <a:pPr>
              <a:defRPr sz="2400"/>
            </a:pPr>
            <a:endParaRPr sz="1687" dirty="0"/>
          </a:p>
        </p:txBody>
      </p:sp>
      <p:sp>
        <p:nvSpPr>
          <p:cNvPr id="617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618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619" name="Line"/>
          <p:cNvSpPr/>
          <p:nvPr/>
        </p:nvSpPr>
        <p:spPr>
          <a:xfrm>
            <a:off x="1464341" y="3244464"/>
            <a:ext cx="2041252" cy="2024288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20" name="Line"/>
          <p:cNvSpPr/>
          <p:nvPr/>
        </p:nvSpPr>
        <p:spPr>
          <a:xfrm flipV="1">
            <a:off x="2153085" y="4258882"/>
            <a:ext cx="337499" cy="3374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24" name="Connection Line"/>
          <p:cNvSpPr/>
          <p:nvPr/>
        </p:nvSpPr>
        <p:spPr>
          <a:xfrm>
            <a:off x="2373525" y="4386785"/>
            <a:ext cx="121153" cy="209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869" h="21600" extrusionOk="0">
                <a:moveTo>
                  <a:pt x="17711" y="21600"/>
                </a:moveTo>
                <a:cubicBezTo>
                  <a:pt x="21600" y="8292"/>
                  <a:pt x="15696" y="1092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endParaRPr sz="1266"/>
          </a:p>
        </p:txBody>
      </p:sp>
      <p:pic>
        <p:nvPicPr>
          <p:cNvPr id="623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175873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599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604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605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607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609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611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613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614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16" name="a line…"/>
          <p:cNvSpPr txBox="1"/>
          <p:nvPr/>
        </p:nvSpPr>
        <p:spPr>
          <a:xfrm>
            <a:off x="4027435" y="4041400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a line</a:t>
            </a:r>
          </a:p>
          <a:p>
            <a:pPr>
              <a:defRPr sz="2400"/>
            </a:pPr>
            <a:r>
              <a:rPr sz="1687"/>
              <a:t>becomes a point</a:t>
            </a:r>
          </a:p>
        </p:txBody>
      </p:sp>
      <p:sp>
        <p:nvSpPr>
          <p:cNvPr id="617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618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619" name="Line"/>
          <p:cNvSpPr/>
          <p:nvPr/>
        </p:nvSpPr>
        <p:spPr>
          <a:xfrm>
            <a:off x="1464341" y="3244464"/>
            <a:ext cx="2041252" cy="2024288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20" name="Line"/>
          <p:cNvSpPr/>
          <p:nvPr/>
        </p:nvSpPr>
        <p:spPr>
          <a:xfrm flipV="1">
            <a:off x="2153085" y="4258882"/>
            <a:ext cx="337499" cy="3374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21" name="Circle"/>
          <p:cNvSpPr/>
          <p:nvPr/>
        </p:nvSpPr>
        <p:spPr>
          <a:xfrm>
            <a:off x="6131591" y="4077877"/>
            <a:ext cx="78886" cy="7888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624" name="Connection Line"/>
          <p:cNvSpPr/>
          <p:nvPr/>
        </p:nvSpPr>
        <p:spPr>
          <a:xfrm>
            <a:off x="2373525" y="4386785"/>
            <a:ext cx="121153" cy="209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869" h="21600" extrusionOk="0">
                <a:moveTo>
                  <a:pt x="17711" y="21600"/>
                </a:moveTo>
                <a:cubicBezTo>
                  <a:pt x="21600" y="8292"/>
                  <a:pt x="15696" y="1092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endParaRPr sz="1266"/>
          </a:p>
        </p:txBody>
      </p:sp>
      <p:pic>
        <p:nvPicPr>
          <p:cNvPr id="623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7710072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66" y="2665392"/>
            <a:ext cx="3703307" cy="3867460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628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630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31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633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634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636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638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640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642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643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644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45" name="a line…"/>
          <p:cNvSpPr txBox="1"/>
          <p:nvPr/>
        </p:nvSpPr>
        <p:spPr>
          <a:xfrm>
            <a:off x="4027435" y="4041400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a line</a:t>
            </a:r>
          </a:p>
          <a:p>
            <a:pPr>
              <a:defRPr sz="2400"/>
            </a:pPr>
            <a:r>
              <a:rPr sz="1687"/>
              <a:t>becomes a point</a:t>
            </a:r>
          </a:p>
        </p:txBody>
      </p:sp>
      <p:sp>
        <p:nvSpPr>
          <p:cNvPr id="646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647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648" name="Line"/>
          <p:cNvSpPr/>
          <p:nvPr/>
        </p:nvSpPr>
        <p:spPr>
          <a:xfrm>
            <a:off x="1589946" y="4263184"/>
            <a:ext cx="180978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arrow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49" name="Line"/>
          <p:cNvSpPr/>
          <p:nvPr/>
        </p:nvSpPr>
        <p:spPr>
          <a:xfrm flipV="1">
            <a:off x="2153084" y="4265983"/>
            <a:ext cx="1" cy="33039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650" name="Circle"/>
          <p:cNvSpPr/>
          <p:nvPr/>
        </p:nvSpPr>
        <p:spPr>
          <a:xfrm>
            <a:off x="6939877" y="4223742"/>
            <a:ext cx="78885" cy="7888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653" name="Connection Line"/>
          <p:cNvSpPr/>
          <p:nvPr/>
        </p:nvSpPr>
        <p:spPr>
          <a:xfrm>
            <a:off x="2151658" y="4417146"/>
            <a:ext cx="184001" cy="169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548" extrusionOk="0">
                <a:moveTo>
                  <a:pt x="21600" y="19548"/>
                </a:moveTo>
                <a:cubicBezTo>
                  <a:pt x="18932" y="4271"/>
                  <a:pt x="11732" y="-2052"/>
                  <a:pt x="0" y="58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endParaRPr sz="1266"/>
          </a:p>
        </p:txBody>
      </p:sp>
      <p:pic>
        <p:nvPicPr>
          <p:cNvPr id="652" name="latex-image-11.pdf" descr="latex-image-11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646" y="1861928"/>
            <a:ext cx="2677346" cy="3034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851743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488" y="2657248"/>
            <a:ext cx="3709973" cy="3874423"/>
          </a:xfrm>
          <a:prstGeom prst="rect">
            <a:avLst/>
          </a:prstGeom>
          <a:ln w="12700">
            <a:miter lim="400000"/>
          </a:ln>
        </p:spPr>
      </p:pic>
      <p:sp>
        <p:nvSpPr>
          <p:cNvPr id="873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874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76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7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878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879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880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882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884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886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888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889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890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891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892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893" name="Circle"/>
          <p:cNvSpPr/>
          <p:nvPr/>
        </p:nvSpPr>
        <p:spPr>
          <a:xfrm>
            <a:off x="3125121" y="3536156"/>
            <a:ext cx="78885" cy="7888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894" name="latex-image-19.pdf" descr="latex-image-19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0465" y="3353098"/>
            <a:ext cx="303610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895" name="two points become…"/>
          <p:cNvSpPr txBox="1"/>
          <p:nvPr/>
        </p:nvSpPr>
        <p:spPr>
          <a:xfrm>
            <a:off x="4027435" y="4041399"/>
            <a:ext cx="1103885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two points become</a:t>
            </a:r>
          </a:p>
          <a:p>
            <a:pPr>
              <a:defRPr sz="2400"/>
            </a:pPr>
            <a:r>
              <a:rPr sz="1687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9009945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574" y="2661675"/>
            <a:ext cx="3709707" cy="3874144"/>
          </a:xfrm>
          <a:prstGeom prst="rect">
            <a:avLst/>
          </a:prstGeom>
          <a:ln w="12700">
            <a:miter lim="400000"/>
          </a:ln>
        </p:spPr>
      </p:pic>
      <p:sp>
        <p:nvSpPr>
          <p:cNvPr id="898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899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901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2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904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905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907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909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911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913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14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15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916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917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918" name="Circle"/>
          <p:cNvSpPr/>
          <p:nvPr/>
        </p:nvSpPr>
        <p:spPr>
          <a:xfrm>
            <a:off x="3125121" y="3536156"/>
            <a:ext cx="78885" cy="7888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19" name="latex-image-19.pdf" descr="latex-image-19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0465" y="3353098"/>
            <a:ext cx="303610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20" name="Circle"/>
          <p:cNvSpPr/>
          <p:nvPr/>
        </p:nvSpPr>
        <p:spPr>
          <a:xfrm>
            <a:off x="1435719" y="5232797"/>
            <a:ext cx="78886" cy="788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21" name="latex-image-21.pdf" descr="latex-image-21.pd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262" y="4944047"/>
            <a:ext cx="533368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three points become…"/>
          <p:cNvSpPr txBox="1"/>
          <p:nvPr/>
        </p:nvSpPr>
        <p:spPr>
          <a:xfrm>
            <a:off x="3934247" y="4086047"/>
            <a:ext cx="1250651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three points become</a:t>
            </a:r>
          </a:p>
          <a:p>
            <a:pPr>
              <a:defRPr sz="2400"/>
            </a:pPr>
            <a:r>
              <a:rPr sz="1687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77551843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717" y="2664524"/>
            <a:ext cx="3702910" cy="3867047"/>
          </a:xfrm>
          <a:prstGeom prst="rect">
            <a:avLst/>
          </a:prstGeom>
          <a:ln w="12700">
            <a:miter lim="400000"/>
          </a:ln>
        </p:spPr>
      </p:pic>
      <p:sp>
        <p:nvSpPr>
          <p:cNvPr id="925" name="Image and parameter space"/>
          <p:cNvSpPr txBox="1">
            <a:spLocks noGrp="1"/>
          </p:cNvSpPr>
          <p:nvPr>
            <p:ph type="title"/>
          </p:nvPr>
        </p:nvSpPr>
        <p:spPr>
          <a:xfrm>
            <a:off x="669727" y="380327"/>
            <a:ext cx="7804547" cy="78246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Image and parameter space</a:t>
            </a:r>
          </a:p>
        </p:txBody>
      </p:sp>
      <p:pic>
        <p:nvPicPr>
          <p:cNvPr id="926" name="latex-image-1.pdf" descr="latex-image-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24" y="1866305"/>
            <a:ext cx="1589484" cy="294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50" y="2731349"/>
            <a:ext cx="3750469" cy="373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928" name="latex-image-16.pdf" descr="latex-image-16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453" y="4657166"/>
            <a:ext cx="169664" cy="151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929" name="latex-image-17.pdf" descr="latex-image-17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2946797"/>
            <a:ext cx="160734" cy="214313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variables"/>
          <p:cNvSpPr txBox="1"/>
          <p:nvPr/>
        </p:nvSpPr>
        <p:spPr>
          <a:xfrm>
            <a:off x="1518011" y="1381082"/>
            <a:ext cx="659669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variables</a:t>
            </a:r>
          </a:p>
        </p:txBody>
      </p:sp>
      <p:sp>
        <p:nvSpPr>
          <p:cNvPr id="931" name="parameters"/>
          <p:cNvSpPr txBox="1"/>
          <p:nvPr/>
        </p:nvSpPr>
        <p:spPr>
          <a:xfrm>
            <a:off x="2058221" y="2400767"/>
            <a:ext cx="826445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r>
              <a:rPr sz="1266"/>
              <a:t>parameters</a:t>
            </a:r>
          </a:p>
        </p:txBody>
      </p:sp>
      <p:pic>
        <p:nvPicPr>
          <p:cNvPr id="932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4154307">
            <a:off x="2101295" y="2245965"/>
            <a:ext cx="285521" cy="151940"/>
          </a:xfrm>
          <a:prstGeom prst="rect">
            <a:avLst/>
          </a:prstGeom>
        </p:spPr>
      </p:pic>
      <p:pic>
        <p:nvPicPr>
          <p:cNvPr id="934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8398650">
            <a:off x="2622161" y="2238237"/>
            <a:ext cx="296423" cy="151940"/>
          </a:xfrm>
          <a:prstGeom prst="rect">
            <a:avLst/>
          </a:prstGeom>
        </p:spPr>
      </p:pic>
      <p:pic>
        <p:nvPicPr>
          <p:cNvPr id="936" name="Line" descr="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3818335">
            <a:off x="2048225" y="1706688"/>
            <a:ext cx="290722" cy="151940"/>
          </a:xfrm>
          <a:prstGeom prst="rect">
            <a:avLst/>
          </a:prstGeom>
        </p:spPr>
      </p:pic>
      <p:pic>
        <p:nvPicPr>
          <p:cNvPr id="938" name="Line" descr="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7063589">
            <a:off x="1359384" y="1699733"/>
            <a:ext cx="305850" cy="151940"/>
          </a:xfrm>
          <a:prstGeom prst="rect">
            <a:avLst/>
          </a:prstGeom>
        </p:spPr>
      </p:pic>
      <p:sp>
        <p:nvSpPr>
          <p:cNvPr id="940" name="Circle"/>
          <p:cNvSpPr/>
          <p:nvPr/>
        </p:nvSpPr>
        <p:spPr>
          <a:xfrm>
            <a:off x="2455394" y="4223742"/>
            <a:ext cx="78885" cy="7888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41" name="latex-image-18.pdf" descr="latex-image-18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961" y="4054078"/>
            <a:ext cx="303609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Arrow"/>
          <p:cNvSpPr/>
          <p:nvPr/>
        </p:nvSpPr>
        <p:spPr>
          <a:xfrm>
            <a:off x="3988111" y="3693415"/>
            <a:ext cx="1250652" cy="1564830"/>
          </a:xfrm>
          <a:prstGeom prst="rightArrow">
            <a:avLst>
              <a:gd name="adj1" fmla="val 69005"/>
              <a:gd name="adj2" fmla="val 25961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/>
            </a:pPr>
            <a:endParaRPr sz="1687"/>
          </a:p>
        </p:txBody>
      </p:sp>
      <p:sp>
        <p:nvSpPr>
          <p:cNvPr id="943" name="Image space"/>
          <p:cNvSpPr txBox="1"/>
          <p:nvPr/>
        </p:nvSpPr>
        <p:spPr>
          <a:xfrm>
            <a:off x="1454615" y="6379582"/>
            <a:ext cx="116358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Image space</a:t>
            </a:r>
          </a:p>
        </p:txBody>
      </p:sp>
      <p:sp>
        <p:nvSpPr>
          <p:cNvPr id="944" name="Parameter space"/>
          <p:cNvSpPr txBox="1"/>
          <p:nvPr/>
        </p:nvSpPr>
        <p:spPr>
          <a:xfrm>
            <a:off x="6194252" y="6369186"/>
            <a:ext cx="154241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/>
            </a:lvl1pPr>
          </a:lstStyle>
          <a:p>
            <a:r>
              <a:rPr sz="1687"/>
              <a:t>Parameter space</a:t>
            </a:r>
          </a:p>
        </p:txBody>
      </p:sp>
      <p:sp>
        <p:nvSpPr>
          <p:cNvPr id="945" name="Circle"/>
          <p:cNvSpPr/>
          <p:nvPr/>
        </p:nvSpPr>
        <p:spPr>
          <a:xfrm>
            <a:off x="3125121" y="3536156"/>
            <a:ext cx="78885" cy="7888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46" name="latex-image-19.pdf" descr="latex-image-19.p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0465" y="3353098"/>
            <a:ext cx="303610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47" name="Circle"/>
          <p:cNvSpPr/>
          <p:nvPr/>
        </p:nvSpPr>
        <p:spPr>
          <a:xfrm>
            <a:off x="1435719" y="5232797"/>
            <a:ext cx="78886" cy="788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48" name="latex-image-21.pdf" descr="latex-image-21.pd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262" y="4944047"/>
            <a:ext cx="533368" cy="151805"/>
          </a:xfrm>
          <a:prstGeom prst="rect">
            <a:avLst/>
          </a:prstGeom>
          <a:ln w="12700">
            <a:miter lim="400000"/>
          </a:ln>
        </p:spPr>
      </p:pic>
      <p:sp>
        <p:nvSpPr>
          <p:cNvPr id="949" name="four points become…"/>
          <p:cNvSpPr txBox="1"/>
          <p:nvPr/>
        </p:nvSpPr>
        <p:spPr>
          <a:xfrm>
            <a:off x="3934247" y="4086047"/>
            <a:ext cx="1250651" cy="85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400"/>
            </a:pPr>
            <a:r>
              <a:rPr sz="1687"/>
              <a:t>four points become</a:t>
            </a:r>
          </a:p>
          <a:p>
            <a:pPr>
              <a:defRPr sz="2400"/>
            </a:pPr>
            <a:r>
              <a:rPr sz="1687"/>
              <a:t>?</a:t>
            </a:r>
          </a:p>
        </p:txBody>
      </p:sp>
      <p:sp>
        <p:nvSpPr>
          <p:cNvPr id="950" name="Circle"/>
          <p:cNvSpPr/>
          <p:nvPr/>
        </p:nvSpPr>
        <p:spPr>
          <a:xfrm>
            <a:off x="2451940" y="4893469"/>
            <a:ext cx="78885" cy="78885"/>
          </a:xfrm>
          <a:prstGeom prst="ellipse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951" name="latex-image-22.pdf" descr="latex-image-22.pd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7400" y="5037042"/>
            <a:ext cx="414387" cy="15180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10832833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Mechanics of the Hough transform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9732" y="1952625"/>
            <a:ext cx="8304535" cy="36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18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Hough Line Detection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234575"/>
            <a:ext cx="7886700" cy="353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056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Finding Circles by Hough Transform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038" y="1852614"/>
            <a:ext cx="5891544" cy="356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869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Finding Circles by Hough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71700"/>
            <a:ext cx="4971739" cy="32527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8" y="2457450"/>
            <a:ext cx="2257296" cy="296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0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UM Template 1.potx" id="{F2AF91C7-DFFB-40CB-AF24-B2B0FE0817BF}" vid="{A0DF9109-6EE8-4EB8-973F-81D60A88A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 1 - introduction</Template>
  <TotalTime>16821</TotalTime>
  <Words>1760</Words>
  <Application>Microsoft Office PowerPoint</Application>
  <PresentationFormat>On-screen Show (4:3)</PresentationFormat>
  <Paragraphs>306</Paragraphs>
  <Slides>80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Arial</vt:lpstr>
      <vt:lpstr>Calibri</vt:lpstr>
      <vt:lpstr>Calibri Light</vt:lpstr>
      <vt:lpstr>Wingdings</vt:lpstr>
      <vt:lpstr>Office Theme</vt:lpstr>
      <vt:lpstr>Machine Vision MCTE 4323</vt:lpstr>
      <vt:lpstr>Recap…(last week)</vt:lpstr>
      <vt:lpstr>Lets learn together!</vt:lpstr>
      <vt:lpstr> Edges in Images: What are the significance?</vt:lpstr>
      <vt:lpstr>PowerPoint Presentation</vt:lpstr>
      <vt:lpstr>What is an edge?</vt:lpstr>
      <vt:lpstr>Edge Detection</vt:lpstr>
      <vt:lpstr>Why do we Care about Edges?</vt:lpstr>
      <vt:lpstr>PowerPoint Presentation</vt:lpstr>
      <vt:lpstr>PowerPoint Presentation</vt:lpstr>
      <vt:lpstr>Edge Detection</vt:lpstr>
      <vt:lpstr>Characterizing Edges</vt:lpstr>
      <vt:lpstr>Intensity Profile</vt:lpstr>
      <vt:lpstr>First Derivative Edge Operators</vt:lpstr>
      <vt:lpstr>First derivative edge operator</vt:lpstr>
      <vt:lpstr>First derivative edge operator (con’t)</vt:lpstr>
      <vt:lpstr>Prewitt and Sobel Edge Detector</vt:lpstr>
      <vt:lpstr>First derivative edge operator (con’t)</vt:lpstr>
      <vt:lpstr>PowerPoint Presentation</vt:lpstr>
      <vt:lpstr>Effect of Noise</vt:lpstr>
      <vt:lpstr>Effect of Noise</vt:lpstr>
      <vt:lpstr>PowerPoint Presentation</vt:lpstr>
      <vt:lpstr>Solution: Smoothen First</vt:lpstr>
      <vt:lpstr> Derivative Theorem of Convolution </vt:lpstr>
      <vt:lpstr>Derivative of a Gaussian Filter</vt:lpstr>
      <vt:lpstr>Tradeoff between Smoothing and Localization</vt:lpstr>
      <vt:lpstr> Second Derivative Edge Operators</vt:lpstr>
      <vt:lpstr>Second Derivative Edge Operators</vt:lpstr>
      <vt:lpstr>Second Derivative Edge Operators (cont.)</vt:lpstr>
      <vt:lpstr>Second Derivative Edge Operators (cont.)</vt:lpstr>
      <vt:lpstr>LoG Operator – An Example</vt:lpstr>
      <vt:lpstr>Second Derivative Edge Operators (cont.)</vt:lpstr>
      <vt:lpstr>However…</vt:lpstr>
      <vt:lpstr>Designing an Edge Detector</vt:lpstr>
      <vt:lpstr>The Canny Edge Detector</vt:lpstr>
      <vt:lpstr>The Canny Edge Detector</vt:lpstr>
      <vt:lpstr>The Canny Edge Detector</vt:lpstr>
      <vt:lpstr>The Canny Edge Detector</vt:lpstr>
      <vt:lpstr>The Canny Edge Detector</vt:lpstr>
      <vt:lpstr>Another example</vt:lpstr>
      <vt:lpstr>Get Orientation at Each Pixel</vt:lpstr>
      <vt:lpstr>3rd step: Non-maximum Suppression for Each Orientation</vt:lpstr>
      <vt:lpstr>Non-maximum suppression</vt:lpstr>
      <vt:lpstr> 4th step: Hysteresis thresholding </vt:lpstr>
      <vt:lpstr>Hysteresis thresholding</vt:lpstr>
      <vt:lpstr>Hysteresis thresholding</vt:lpstr>
      <vt:lpstr>Hysteresis thresholding</vt:lpstr>
      <vt:lpstr>Hysteresis thresholding</vt:lpstr>
      <vt:lpstr>Hysteresis thresholding</vt:lpstr>
      <vt:lpstr>Final Canny Edges</vt:lpstr>
      <vt:lpstr>Effect of σ (Gaussian kernel spread/size)</vt:lpstr>
      <vt:lpstr>PowerPoint Presentation</vt:lpstr>
      <vt:lpstr>PowerPoint Presentation</vt:lpstr>
      <vt:lpstr>PowerPoint Presentation</vt:lpstr>
      <vt:lpstr>Problems with Gradient Based Edge Detectors</vt:lpstr>
      <vt:lpstr>Analyzing Edge Images</vt:lpstr>
      <vt:lpstr>Hough Transform</vt:lpstr>
      <vt:lpstr>Hough Transform</vt:lpstr>
      <vt:lpstr>Image and parameter space</vt:lpstr>
      <vt:lpstr>Hough Transform</vt:lpstr>
      <vt:lpstr>The flaw of Hough Transform?</vt:lpstr>
      <vt:lpstr>Hough Transform</vt:lpstr>
      <vt:lpstr>Hough Transform</vt:lpstr>
      <vt:lpstr>Hough Transform</vt:lpstr>
      <vt:lpstr>Hough Transform</vt:lpstr>
      <vt:lpstr>Hough Transform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Image and parameter space</vt:lpstr>
      <vt:lpstr>Mechanics of the Hough transform</vt:lpstr>
      <vt:lpstr>Hough Line Detection</vt:lpstr>
      <vt:lpstr>Finding Circles by Hough Transform</vt:lpstr>
      <vt:lpstr>Finding Circles by Hough Transform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Vision MCT 4323/ MCTE 4323</dc:title>
  <dc:creator>Windows User</dc:creator>
  <cp:lastModifiedBy>HASAN FIRDAUS BIN MOHD ZAKI</cp:lastModifiedBy>
  <cp:revision>337</cp:revision>
  <dcterms:created xsi:type="dcterms:W3CDTF">2018-07-19T04:24:13Z</dcterms:created>
  <dcterms:modified xsi:type="dcterms:W3CDTF">2025-01-08T14:00:12Z</dcterms:modified>
</cp:coreProperties>
</file>